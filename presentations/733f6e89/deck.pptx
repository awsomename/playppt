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  <p:sldMasterId id="2147483663" r:id="rId4"/>
  </p:sldMasterIdLst>
  <p:notesMasterIdLst>
    <p:notesMasterId r:id="rId6"/>
  </p:notesMasterIdLst>
  <p:sldIdLst>
    <p:sldId id="256" r:id="rId5"/>
    <p:sldId id="287" r:id="rId7"/>
    <p:sldId id="292" r:id="rId8"/>
    <p:sldId id="288" r:id="rId9"/>
    <p:sldId id="289" r:id="rId10"/>
    <p:sldId id="290" r:id="rId11"/>
    <p:sldId id="291" r:id="rId12"/>
    <p:sldId id="293" r:id="rId13"/>
    <p:sldId id="295" r:id="rId14"/>
    <p:sldId id="294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08" r:id="rId27"/>
    <p:sldId id="310" r:id="rId28"/>
    <p:sldId id="307" r:id="rId29"/>
    <p:sldId id="309" r:id="rId30"/>
    <p:sldId id="312" r:id="rId31"/>
    <p:sldId id="311" r:id="rId32"/>
    <p:sldId id="313" r:id="rId33"/>
    <p:sldId id="314" r:id="rId34"/>
    <p:sldId id="315" r:id="rId35"/>
    <p:sldId id="316" r:id="rId36"/>
    <p:sldId id="318" r:id="rId37"/>
    <p:sldId id="317" r:id="rId38"/>
    <p:sldId id="319" r:id="rId39"/>
    <p:sldId id="286" r:id="rId40"/>
  </p:sldIdLst>
  <p:sldSz cx="16256000" cy="9144000"/>
  <p:notesSz cx="9144000" cy="16256000"/>
  <p:embeddedFontLst>
    <p:embeddedFont>
      <p:font typeface="Liter" panose="02000503030000020004" pitchFamily="34" charset="0"/>
      <p:regular r:id="rId45"/>
    </p:embeddedFont>
    <p:embeddedFont>
      <p:font typeface="Liter" panose="02000503030000020004" pitchFamily="34" charset="-122"/>
      <p:regular r:id="rId46"/>
    </p:embeddedFont>
    <p:embeddedFont>
      <p:font typeface="Liter" panose="02000503030000020004" pitchFamily="34" charset="-120"/>
      <p:regular r:id="rId4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康晓宇" initials="k" lastIdx="0" clrIdx="0"/>
  <p:cmAuthor id="2" name="未知用户443" initials="未" lastIdx="0" clrIdx="1"/>
  <p:cmAuthor id="3" name="刘畅" initials="刘" lastIdx="0" clrIdx="2"/>
  <p:cmAuthor id="4" name="未知用户411" initials="未" lastIdx="0" clrIdx="3"/>
  <p:cmAuthor id="5" name="Mjf" initials="M" lastIdx="0" clrIdx="4"/>
  <p:cmAuthor id="6" name="未知用户444" initials="未" lastIdx="0" clrIdx="5"/>
  <p:cmAuthor id="7" name="未知用户93" initials="未" lastIdx="0" clrIdx="6"/>
  <p:cmAuthor id="8" name="未知用户413" initials="未" lastIdx="0" clrIdx="7"/>
  <p:cmAuthor id="9" name="董时菊" initials="董" lastIdx="0" clrIdx="8"/>
  <p:cmAuthor id="10" name="未知用户445" initials="未" lastIdx="0" clrIdx="9"/>
  <p:cmAuthor id="11" name="张薇薇" initials="张" lastIdx="0" clrIdx="10"/>
  <p:cmAuthor id="12" name="未知用户446" initials="未" lastIdx="0" clrIdx="11"/>
  <p:cmAuthor id="13" name="范小双" initials="范" lastIdx="0" clrIdx="12"/>
  <p:cmAuthor id="14" name="未知用户447" initials="未" lastIdx="0" clrIdx="13"/>
  <p:cmAuthor id="15" name="Tianyang Feng(联通集团信息化部（信息安全部）)" initials="T" lastIdx="0" clrIdx="14"/>
  <p:cmAuthor id="16" name="未知用户448" initials="未" lastIdx="0" clrIdx="15"/>
  <p:cmAuthor id="17" name="付豪" initials="付" lastIdx="0" clrIdx="16"/>
  <p:cmAuthor id="18" name="未知用户333" initials="未" lastIdx="0" clrIdx="17"/>
  <p:cmAuthor id="19" name="未知用户319" initials="未" lastIdx="0" clrIdx="18"/>
  <p:cmAuthor id="20" name="未知用户417" initials="未" lastIdx="0" clrIdx="19"/>
  <p:cmAuthor id="21" name="胡文慧" initials="胡" lastIdx="0" clrIdx="20"/>
  <p:cmAuthor id="22" name="zhao jia" initials="zj" lastIdx="0" clrIdx="21"/>
  <p:cmAuthor id="23" name="未知用户449" initials="未" lastIdx="0" clrIdx="22"/>
  <p:cmAuthor id="24" name="未知用户222" initials="未" lastIdx="0" clrIdx="23"/>
  <p:cmAuthor id="25" name="cheng" initials="c" lastIdx="0" clrIdx="24"/>
  <p:cmAuthor id="26" name="未知用户418" initials="未" lastIdx="0" clrIdx="25"/>
  <p:cmAuthor id="27" name="宁安亮" initials="宁" lastIdx="0" clrIdx="26"/>
  <p:cmAuthor id="28" name="方少_UbQfrimU" initials="authorId_442114952" lastIdx="0" clrIdx="27"/>
  <p:cmAuthor id="29" name="未知用户450" initials="未" lastIdx="0" clrIdx="28"/>
  <p:cmAuthor id="30" name="未知用户87" initials="未" lastIdx="0" clrIdx="29"/>
  <p:cmAuthor id="31" name="叶盛_Q3A3IfEf" initials="authorId_506280334" lastIdx="0" clrIdx="30"/>
  <p:cmAuthor id="32" name="未知用户423" initials="未" lastIdx="0" clrIdx="31"/>
  <p:cmAuthor id="33" name="sss" initials="s" lastIdx="0" clrIdx="32"/>
  <p:cmAuthor id="34" name="Harley._bEJrUJ7r" initials="authorId_432156705" lastIdx="0" clrIdx="33"/>
  <p:cmAuthor id="35" name="未知用户424" initials="未" lastIdx="0" clrIdx="34"/>
  <p:cmAuthor id="36" name="未知用户88" initials="未" lastIdx="0" clrIdx="35"/>
  <p:cmAuthor id="37" name="罗平_VB7vJb2E" initials="authorId_305049361" lastIdx="0" clrIdx="36"/>
  <p:cmAuthor id="38" name="未知用户425" initials="未" lastIdx="0" clrIdx="37"/>
  <p:cmAuthor id="39" name="未知用户3" initials="未" lastIdx="0" clrIdx="38"/>
  <p:cmAuthor id="40" name="xixi_nUjqe22E" initials="authorId_359229261" lastIdx="0" clrIdx="39"/>
  <p:cmAuthor id="41" name="未知用户451" initials="未" lastIdx="0" clrIdx="40"/>
  <p:cmAuthor id="42" name="未知用户89" initials="未" lastIdx="0" clrIdx="41"/>
  <p:cmAuthor id="43" name="安安_zm6nYnYZ" initials="authorId_347340296" lastIdx="0" clrIdx="42"/>
  <p:cmAuthor id="44" name="未知用户452" initials="未" lastIdx="0" clrIdx="43"/>
  <p:cmAuthor id="45" name="xujh" initials="x" lastIdx="0" clrIdx="44"/>
  <p:cmAuthor id="46" name="未知用户453" initials="未" lastIdx="0" clrIdx="45"/>
  <p:cmAuthor id="47" name="Unicom" initials="U" lastIdx="0" clrIdx="46"/>
  <p:cmAuthor id="48" name="未知用户454" initials="未" lastIdx="0" clrIdx="47"/>
  <p:cmAuthor id="49" name="未知用户110" initials="未" lastIdx="0" clrIdx="48"/>
  <p:cmAuthor id="50" name="周君_MfIffYra" initials="authorId_375419134" lastIdx="0" clrIdx="49"/>
  <p:cmAuthor id="51" name="未知用户455" initials="未" lastIdx="0" clrIdx="50"/>
  <p:cmAuthor id="52" name="yuxue" initials="y" lastIdx="0" clrIdx="51"/>
  <p:cmAuthor id="53" name="未知用户456" initials="未" lastIdx="0" clrIdx="52"/>
  <p:cmAuthor id="54" name="未知用户121" initials="未" lastIdx="0" clrIdx="53"/>
  <p:cmAuthor id="55" name="未知用户457" initials="未" lastIdx="0" clrIdx="54"/>
  <p:cmAuthor id="56" name="杨国" initials="杨" lastIdx="0" clrIdx="55"/>
  <p:cmAuthor id="57" name="未知用户458" initials="未" lastIdx="0" clrIdx="56"/>
  <p:cmAuthor id="58" name="未知用户234" initials="未" lastIdx="0" clrIdx="57"/>
  <p:cmAuthor id="59" name="風輕 雲淡" initials="風輕" lastIdx="0" clrIdx="58"/>
  <p:cmAuthor id="60" name="李岩（IT）" initials="李" lastIdx="0" clrIdx="59"/>
  <p:cmAuthor id="61" name="liu yuhang" initials="ly" lastIdx="0" clrIdx="60"/>
  <p:cmAuthor id="62" name="张建勇" initials="张" lastIdx="0" clrIdx="61"/>
  <p:cmAuthor id="63" name="77599" initials="7" lastIdx="0" clrIdx="62"/>
  <p:cmAuthor id="64" name="未知用户54" initials="未" lastIdx="0" clrIdx="63"/>
  <p:cmAuthor id="65" name="王芃" initials="王" lastIdx="0" clrIdx="64"/>
  <p:cmAuthor id="66" name="13686" initials="1" lastIdx="0" clrIdx="65"/>
  <p:cmAuthor id="67" name="mc" initials="m" lastIdx="0" clrIdx="66"/>
  <p:cmAuthor id="68" name="吕佳欣" initials="吕" lastIdx="0" clrIdx="67"/>
  <p:cmAuthor id="69" name="未知用户278" initials="未" lastIdx="0" clrIdx="68"/>
  <p:cmAuthor id="70" name="maosh" initials="m" lastIdx="0" clrIdx="69"/>
  <p:cmAuthor id="71" name="huangjc" initials="h" lastIdx="0" clrIdx="70"/>
  <p:cmAuthor id="72" name="unicom" initials="u" lastIdx="0" clrIdx="71"/>
  <p:cmAuthor id="73" name="未知用户279" initials="未" lastIdx="0" clrIdx="72"/>
  <p:cmAuthor id="74" name="周辉" initials="周" lastIdx="0" clrIdx="73"/>
  <p:cmAuthor id="75" name="xieyy25" initials="x" lastIdx="0" clrIdx="74"/>
  <p:cmAuthor id="76" name="席琛" initials="席" lastIdx="0" clrIdx="75"/>
  <p:cmAuthor id="77" name="jiangmm10" initials="j" lastIdx="0" clrIdx="76"/>
  <p:cmAuthor id="78" name="未知用户280" initials="未" lastIdx="0" clrIdx="77"/>
  <p:cmAuthor id="79" name="ethel" initials="e" lastIdx="0" clrIdx="78"/>
  <p:cmAuthor id="80" name="韩剑侠" initials="韩" lastIdx="0" clrIdx="79"/>
  <p:cmAuthor id="81" name="未知用户281" initials="未" lastIdx="0" clrIdx="80"/>
  <p:cmAuthor id="82" name="user" initials="u" lastIdx="0" clrIdx="81"/>
  <p:cmAuthor id="83" name="00035181" initials="0" lastIdx="0" clrIdx="82"/>
  <p:cmAuthor id="84" name="sjzx" initials="s" lastIdx="0" clrIdx="83"/>
  <p:cmAuthor id="85" name="Miao" initials="M" lastIdx="0" clrIdx="84"/>
  <p:cmAuthor id="86" name="未知用户282" initials="未" lastIdx="0" clrIdx="85"/>
  <p:cmAuthor id="87" name="zhouMa" initials="z" lastIdx="0" clrIdx="86"/>
  <p:cmAuthor id="88" name="yang.yuan" initials="y" lastIdx="0" clrIdx="87"/>
  <p:cmAuthor id="89" name="未知用户283" initials="未" lastIdx="0" clrIdx="88"/>
  <p:cmAuthor id="90" name="刘文静" initials="刘" lastIdx="0" clrIdx="89"/>
  <p:cmAuthor id="91" name="tplife" initials="t" lastIdx="0" clrIdx="90"/>
  <p:cmAuthor id="92" name="杨哈哈" initials="杨" lastIdx="0" clrIdx="91"/>
  <p:cmAuthor id="93" name="王娟" initials="王" lastIdx="0" clrIdx="92"/>
  <p:cmAuthor id="94" name="未知用户284" initials="未" lastIdx="0" clrIdx="93"/>
  <p:cmAuthor id="95" name="孟 昕" initials="孟" lastIdx="0" clrIdx="94"/>
  <p:cmAuthor id="96" name="未知用户285" initials="未" lastIdx="0" clrIdx="95"/>
  <p:cmAuthor id="97" name="张田田" initials="张" lastIdx="0" clrIdx="96"/>
  <p:cmAuthor id="98" name="蔡建楠" initials="蔡" lastIdx="0" clrIdx="97"/>
  <p:cmAuthor id="99" name="赵诚荣10027092" initials="赵" lastIdx="0" clrIdx="98"/>
  <p:cmAuthor id="100" name="78234500@qq.com" initials="7" lastIdx="0" clrIdx="99"/>
  <p:cmAuthor id="101" name="liutAO" initials="l" lastIdx="0" clrIdx="100"/>
  <p:cmAuthor id="102" name="苗丁仁10181802" initials="苗" lastIdx="0" clrIdx="101"/>
  <p:cmAuthor id="103" name="讀 書" initials="讀" lastIdx="0" clrIdx="102"/>
  <p:cmAuthor id="104" name="未知用户290" initials="未" lastIdx="0" clrIdx="103"/>
  <p:cmAuthor id="105" name="Hou Yingfeng" initials="H" lastIdx="0" clrIdx="104"/>
  <p:cmAuthor id="106" name="未知用户291" initials="未" lastIdx="0" clrIdx="105"/>
  <p:cmAuthor id="107" name="王一哲" initials="王" lastIdx="0" clrIdx="106"/>
  <p:cmAuthor id="108" name="未知用户292" initials="未" lastIdx="0" clrIdx="107"/>
  <p:cmAuthor id="109" name="XIAN" initials="X" lastIdx="0" clrIdx="108"/>
  <p:cmAuthor id="110" name="10056791" initials="1" lastIdx="0" clrIdx="109"/>
  <p:cmAuthor id="111" name="未知用户293" initials="未" lastIdx="0" clrIdx="110"/>
  <p:cmAuthor id="112" name="Author" initials="A" lastIdx="0" clrIdx="111"/>
  <p:cmAuthor id="113" name="未知用户295" initials="未" lastIdx="0" clrIdx="112"/>
  <p:cmAuthor id="114" name="殷格非" initials="殷" lastIdx="0" clrIdx="113"/>
  <p:cmAuthor id="115" name="未知用户297" initials="未" lastIdx="0" clrIdx="114"/>
  <p:cmAuthor id="116" name="王凯10177225" initials="王" lastIdx="0" clrIdx="115"/>
  <p:cmAuthor id="117" name="panjm" initials="p" lastIdx="0" clrIdx="116"/>
  <p:cmAuthor id="118" name="z r" initials="z" lastIdx="0" clrIdx="117"/>
  <p:cmAuthor id="119" name="ye gusong" initials="y" lastIdx="0" clrIdx="118"/>
  <p:cmAuthor id="120" name="8310" initials="8" lastIdx="0" clrIdx="119"/>
  <p:cmAuthor id="121" name="wei muzi" initials="w" lastIdx="0" clrIdx="120"/>
  <p:cmAuthor id="122" name="盛新鹏" initials="盛" lastIdx="0" clrIdx="121"/>
  <p:cmAuthor id="123" name="孙" initials="孙" lastIdx="0" clrIdx="122"/>
  <p:cmAuthor id="124" name="Lenovo" initials="L" lastIdx="0" clrIdx="123"/>
  <p:cmAuthor id="125" name="liuchunhua199110" initials="l" lastIdx="0" clrIdx="124"/>
  <p:cmAuthor id="126" name="关全全10258021" initials="关" lastIdx="0" clrIdx="125"/>
  <p:cmAuthor id="127" name="黄珂10009187" initials="黄" lastIdx="0" clrIdx="126"/>
  <p:cmAuthor id="128" name="田延刚" initials="田" lastIdx="0" clrIdx="127"/>
  <p:cmAuthor id="129" name="未知用户256" initials="未" lastIdx="0" clrIdx="128"/>
  <p:cmAuthor id="130" name="赵欣" initials="赵" lastIdx="0" clrIdx="129"/>
  <p:cmAuthor id="131" name="未知的使用者139" initials="未" lastIdx="0" clrIdx="130"/>
  <p:cmAuthor id="132" name="chenyuan" initials="c" lastIdx="0" clrIdx="131"/>
  <p:cmAuthor id="133" name="未知用户258" initials="未" lastIdx="0" clrIdx="132"/>
  <p:cmAuthor id="134" name="沈霄雷" initials="沈" lastIdx="0" clrIdx="133"/>
  <p:cmAuthor id="135" name="郭 浩" initials="郭" lastIdx="0" clrIdx="134"/>
  <p:cmAuthor id="136" name="y x" initials="y" lastIdx="0" clrIdx="135"/>
  <p:cmAuthor id="137" name="施普希（菜菜）" initials="施" lastIdx="0" clrIdx="136"/>
  <p:cmAuthor id="138" name="yu 1" initials="y" lastIdx="0" clrIdx="137"/>
  <p:cmAuthor id="139" name="未知的使用者140" initials="未" lastIdx="0" clrIdx="138"/>
  <p:cmAuthor id="140" name="黄译萱(联通上海市上海市分公司)" initials="黄" lastIdx="0" clrIdx="139"/>
  <p:cmAuthor id="141" name="yudi lin" initials="y" lastIdx="0" clrIdx="140"/>
  <p:cmAuthor id="142" name="Lina Hang(联通上海市上海市分公司)" initials="L" lastIdx="0" clrIdx="141"/>
  <p:cmAuthor id="143" name="云成龙_JVVjiM7N" initials="云" lastIdx="0" clrIdx="142"/>
  <p:cmAuthor id="144" name="潘 晨" initials="潘" lastIdx="0" clrIdx="143"/>
  <p:cmAuthor id="145" name="49554261@qq.com" initials="4" lastIdx="0" clrIdx="144"/>
  <p:cmAuthor id="146" name="song manyi" initials="s" lastIdx="0" clrIdx="145"/>
  <p:cmAuthor id="147" name="范 斌" initials="范" lastIdx="0" clrIdx="146"/>
  <p:cmAuthor id="148" name="毕邺" initials="毕" lastIdx="0" clrIdx="147"/>
  <p:cmAuthor id="149" name="未知用户313" initials="未" lastIdx="0" clrIdx="148"/>
  <p:cmAuthor id="150" name="jiaru tiger" initials="j" lastIdx="0" clrIdx="149"/>
  <p:cmAuthor id="151" name="胡岱雯" initials="胡" lastIdx="0" clrIdx="150"/>
  <p:cmAuthor id="152" name="小延魔法师" initials="小" lastIdx="0" clrIdx="151"/>
  <p:cmAuthor id="153" name="张 成亚" initials="张" lastIdx="0" clrIdx="152"/>
  <p:cmAuthor id="154" name="刘春杰10244342" initials="刘" lastIdx="0" clrIdx="153"/>
  <p:cmAuthor id="155" name="未知用户268" initials="未" lastIdx="0" clrIdx="154"/>
  <p:cmAuthor id="156" name="li hui" initials="l" lastIdx="0" clrIdx="155"/>
  <p:cmAuthor id="157" name="liuzga" initials="l" lastIdx="0" clrIdx="156"/>
  <p:cmAuthor id="158" name="Gaofugui(Jiangsu,NPS)" initials="G" lastIdx="0" clrIdx="157"/>
  <p:cmAuthor id="159" name="未知用户213" initials="未" lastIdx="0" clrIdx="158"/>
  <p:cmAuthor id="160" name="zhangmt" initials="z" lastIdx="0" clrIdx="159"/>
  <p:cmAuthor id="161" name="未知用户218" initials="未" lastIdx="0" clrIdx="160"/>
  <p:cmAuthor id="162" name="常秋月" initials="常" lastIdx="0" clrIdx="161"/>
  <p:cmAuthor id="163" name="未知用户219" initials="未" lastIdx="0" clrIdx="162"/>
  <p:cmAuthor id="164" name="曾蓓/贝贝" initials="曾" lastIdx="0" clrIdx="163"/>
  <p:cmAuthor id="165" name="仇怿俊" initials="仇" lastIdx="0" clrIdx="164"/>
  <p:cmAuthor id="166" name="未知用户344" initials="未" lastIdx="0" clrIdx="165"/>
  <p:cmAuthor id="167" name="苏光耀_fEJ3faiq" initials="苏" lastIdx="0" clrIdx="166"/>
  <p:cmAuthor id="168" name="杨强" initials="杨" lastIdx="0" clrIdx="167"/>
  <p:cmAuthor id="169" name="未知用户345" initials="未" lastIdx="0" clrIdx="168"/>
  <p:cmAuthor id="170" name="黄晓平" initials="黄" lastIdx="0" clrIdx="169"/>
  <p:cmAuthor id="171" name="张雅欣" initials="张" lastIdx="0" clrIdx="170"/>
  <p:cmAuthor id="172" name="檀晟 陈" initials="檀" lastIdx="0" clrIdx="171"/>
  <p:cmAuthor id="173" name="未知用户347" initials="未" lastIdx="0" clrIdx="172"/>
  <p:cmAuthor id="174" name="徐琳00159163" initials="徐" lastIdx="0" clrIdx="173"/>
  <p:cmAuthor id="175" name="junqing li" initials="j" lastIdx="0" clrIdx="174"/>
  <p:cmAuthor id="176" name="未知用户348" initials="未" lastIdx="0" clrIdx="175"/>
  <p:cmAuthor id="177" name="韩雨" initials="韩" lastIdx="0" clrIdx="176"/>
  <p:cmAuthor id="178" name="梁光灯_iI7bJ7vm" initials="梁" lastIdx="0" clrIdx="177"/>
  <p:cmAuthor id="179" name="jian Ray" initials="j" lastIdx="0" clrIdx="178"/>
  <p:cmAuthor id="180" name="liucunri" initials="l" lastIdx="0" clrIdx="179"/>
  <p:cmAuthor id="181" name="qihua-DCMS" initials="q" lastIdx="0" clrIdx="180"/>
  <p:cmAuthor id="182" name="Unknown User48" initials="U" lastIdx="0" clrIdx="181"/>
  <p:cmAuthor id="183" name="Microsoft Office 用户" initials="M" lastIdx="0" clrIdx="182"/>
  <p:cmAuthor id="184" name="未知用户82" initials="未" lastIdx="0" clrIdx="183"/>
  <p:cmAuthor id="185" name="王丽君" initials="王" lastIdx="0" clrIdx="184"/>
  <p:cmAuthor id="186" name="未知用户83" initials="未" lastIdx="0" clrIdx="185"/>
  <p:cmAuthor id="187" name="未知用户237" initials="未" lastIdx="0" clrIdx="186"/>
  <p:cmAuthor id="188" name="未知用户84" initials="未" lastIdx="0" clrIdx="187"/>
  <p:cmAuthor id="189" name="�Ÿ�" initials="�" lastIdx="0" clrIdx="188"/>
  <p:cmAuthor id="190" name="未知用户137" initials="未" lastIdx="0" clrIdx="189"/>
  <p:cmAuthor id="191" name="未知用户221" initials="未" lastIdx="0" clrIdx="190"/>
  <p:cmAuthor id="192" name="tonghailan" initials="t" lastIdx="0" clrIdx="191"/>
  <p:cmAuthor id="193" name="未知用户21" initials="未" lastIdx="0" clrIdx="192"/>
  <p:cmAuthor id="194" name="jesschin" initials="j" lastIdx="0" clrIdx="193"/>
  <p:cmAuthor id="195" name="未知用户138" initials="未" lastIdx="0" clrIdx="194"/>
  <p:cmAuthor id="196" name="作者" initials="作" lastIdx="0" clrIdx="195"/>
  <p:cmAuthor id="197" name="Windows User" initials="W" lastIdx="0" clrIdx="196"/>
  <p:cmAuthor id="198" name="Carol Kelly" initials="C" lastIdx="0" clrIdx="197"/>
  <p:cmAuthor id="199" name="邵丹(联通上海市上海市分公司)" initials="邵" lastIdx="0" clrIdx="198"/>
  <p:cmAuthor id="200" name="G W" initials="G" lastIdx="0" clrIdx="199"/>
  <p:cmAuthor id="201" name="未知的使用者16" initials="未" lastIdx="0" clrIdx="200"/>
  <p:cmAuthor id="202" name="Unknown User58" initials="U" lastIdx="0" clrIdx="201"/>
  <p:cmAuthor id="203" name="未知的使用者13" initials="未" lastIdx="0" clrIdx="202"/>
  <p:cmAuthor id="204" name="Unknown User55" initials="U" lastIdx="0" clrIdx="203"/>
  <p:cmAuthor id="205" name="未知的使用者14" initials="未" lastIdx="0" clrIdx="204"/>
  <p:cmAuthor id="206" name="未知用户343" initials="未" lastIdx="0" clrIdx="205"/>
  <p:cmAuthor id="207" name="廖麗華" initials="廖" lastIdx="0" clrIdx="206"/>
  <p:cmAuthor id="208" name="Huipeng Cao" initials="H" lastIdx="0" clrIdx="207"/>
  <p:cmAuthor id="209" name="未知的使用者12" initials="未" lastIdx="0" clrIdx="208"/>
  <p:cmAuthor id="210" name="李 雷雨" initials="李" lastIdx="0" clrIdx="209"/>
  <p:cmAuthor id="211" name="未知用户129" initials="未" lastIdx="0" clrIdx="210"/>
  <p:cmAuthor id="212" name="91257" initials="9" lastIdx="0" clrIdx="211"/>
  <p:cmAuthor id="213" name="唐可欣" initials="唐" lastIdx="0" clrIdx="212"/>
  <p:cmAuthor id="214" name="vicky" initials="v" lastIdx="0" clrIdx="213"/>
  <p:cmAuthor id="215" name="王鹏凯" initials="王" lastIdx="0" clrIdx="214"/>
  <p:cmAuthor id="216" name="庆芳 许" initials="庆" lastIdx="0" clrIdx="215"/>
  <p:cmAuthor id="217" name="未知的使用者35" initials="未" lastIdx="0" clrIdx="216"/>
  <p:cmAuthor id="218" name="jerrychou" initials="j" lastIdx="0" clrIdx="217"/>
  <p:cmAuthor id="219" name="未知的使用者33" initials="未" lastIdx="0" clrIdx="218"/>
  <p:cmAuthor id="220" name="不明使用者12" initials="不" lastIdx="0" clrIdx="219"/>
  <p:cmAuthor id="221" name="Admin" initials="A" lastIdx="0" clrIdx="220"/>
  <p:cmAuthor id="222" name="不明使用者1" initials="不" lastIdx="0" clrIdx="221"/>
  <p:cmAuthor id="223" name="未知的使用者93" initials="未" lastIdx="0" clrIdx="222"/>
  <p:cmAuthor id="224" name="不明使用者2" initials="不" lastIdx="0" clrIdx="223"/>
  <p:cmAuthor id="225" name="范作霖" initials="范" lastIdx="0" clrIdx="224"/>
  <p:cmAuthor id="226" name="夏俊杰" initials="夏" lastIdx="0" clrIdx="225"/>
  <p:cmAuthor id="227" name="LeeElva" initials="L" lastIdx="0" clrIdx="226"/>
  <p:cmAuthor id="228" name="不明使用者4" initials="不" lastIdx="0" clrIdx="227"/>
  <p:cmAuthor id="229" name="未知用户99" initials="未" lastIdx="0" clrIdx="228"/>
  <p:cmAuthor id="230" name="不明使用者6" initials="不" lastIdx="0" clrIdx="229"/>
  <p:cmAuthor id="231" name="未知的使用者34" initials="未" lastIdx="0" clrIdx="230"/>
  <p:cmAuthor id="232" name="不明使用者5" initials="不" lastIdx="0" clrIdx="231"/>
  <p:cmAuthor id="233" name="未知的使用者115" initials="未" lastIdx="0" clrIdx="232"/>
  <p:cmAuthor id="234" name="未知用户296" initials="未" lastIdx="0" clrIdx="233"/>
  <p:cmAuthor id="235" name="未知用户57" initials="未" lastIdx="0" clrIdx="234"/>
  <p:cmAuthor id="236" name="不明使用者8" initials="不" lastIdx="0" clrIdx="235"/>
  <p:cmAuthor id="237" name="lianghb" initials="l" lastIdx="0" clrIdx="236"/>
  <p:cmAuthor id="238" name="不明使用者9" initials="不" lastIdx="0" clrIdx="237"/>
  <p:cmAuthor id="239" name="未知用户17" initials="未" lastIdx="0" clrIdx="238"/>
  <p:cmAuthor id="240" name="不明使用者10" initials="不" lastIdx="0" clrIdx="239"/>
  <p:cmAuthor id="241" name="Deanna Schuler (Bookey Consulting)" initials="D" lastIdx="0" clrIdx="240"/>
  <p:cmAuthor id="242" name="不明使用者11" initials="不" lastIdx="0" clrIdx="241"/>
  <p:cmAuthor id="243" name="未知的使用者57" initials="未" lastIdx="0" clrIdx="242"/>
  <p:cmAuthor id="244" name="Carol Wu" initials="C" lastIdx="0" clrIdx="243"/>
  <p:cmAuthor id="245" name="AW" initials="A" lastIdx="0" clrIdx="244"/>
  <p:cmAuthor id="246" name="Think" initials="T" lastIdx="0" clrIdx="245"/>
  <p:cmAuthor id="247" name="毛香勤" initials="毛" lastIdx="0" clrIdx="246"/>
  <p:cmAuthor id="248" name="未知用户102" initials="未" lastIdx="0" clrIdx="247"/>
  <p:cmAuthor id="249" name="未知用户304" initials="未" lastIdx="0" clrIdx="248"/>
  <p:cmAuthor id="250" name="maxine" initials="m" lastIdx="0" clrIdx="249"/>
  <p:cmAuthor id="251" name="未知用户305" initials="未" lastIdx="0" clrIdx="250"/>
  <p:cmAuthor id="252" name="未知的使用者121" initials="未" lastIdx="0" clrIdx="251"/>
  <p:cmAuthor id="253" name="敢 王" initials="敢" lastIdx="0" clrIdx="252"/>
  <p:cmAuthor id="254" name="杨彦伟" initials="杨" lastIdx="0" clrIdx="253"/>
  <p:cmAuthor id="255" name="邓 勇" initials="邓" lastIdx="0" clrIdx="254"/>
  <p:cmAuthor id="256" name="周元元" initials="周" lastIdx="0" clrIdx="255"/>
  <p:cmAuthor id="257" name="陈城" initials="陈" lastIdx="0" clrIdx="256"/>
  <p:cmAuthor id="258" name="未知的使用者27" initials="未" lastIdx="0" clrIdx="257"/>
  <p:cmAuthor id="259" name="未知用户309" initials="未" lastIdx="0" clrIdx="258"/>
  <p:cmAuthor id="260" name="刘豹" initials="刘" lastIdx="0" clrIdx="259"/>
  <p:cmAuthor id="261" name="未知的使用者30" initials="未" lastIdx="0" clrIdx="260"/>
  <p:cmAuthor id="262" name="未知用户311" initials="未" lastIdx="0" clrIdx="261"/>
  <p:cmAuthor id="263" name="未知的使用者53" initials="未" lastIdx="0" clrIdx="262"/>
  <p:cmAuthor id="264" name="未知用户312" initials="未" lastIdx="0" clrIdx="263"/>
  <p:cmAuthor id="265" name="未知用户58" initials="未" lastIdx="0" clrIdx="264"/>
  <p:cmAuthor id="266" name="未知的使用者25" initials="未" lastIdx="0" clrIdx="265"/>
  <p:cmAuthor id="267" name="未知用户314" initials="未" lastIdx="0" clrIdx="266"/>
  <p:cmAuthor id="268" name="liupeng" initials="l" lastIdx="0" clrIdx="267"/>
  <p:cmAuthor id="269" name="晓  曲" initials="晓" lastIdx="0" clrIdx="268"/>
  <p:cmAuthor id="270" name="未知用户24" initials="未" lastIdx="0" clrIdx="269"/>
  <p:cmAuthor id="271" name="AbuSina" initials="A" lastIdx="0" clrIdx="270"/>
  <p:cmAuthor id="272" name="未知用户216" initials="未" lastIdx="0" clrIdx="271"/>
  <p:cmAuthor id="273" name="hl sun" initials="h" lastIdx="0" clrIdx="272"/>
  <p:cmAuthor id="274" name="孟连磊" initials="孟" lastIdx="0" clrIdx="273"/>
  <p:cmAuthor id="275" name="未知的使用者94" initials="未" lastIdx="0" clrIdx="274"/>
  <p:cmAuthor id="276" name="未知用户66" initials="未" lastIdx="0" clrIdx="275"/>
  <p:cmAuthor id="277" name="未知的使用者177" initials="未" lastIdx="0" clrIdx="276"/>
  <p:cmAuthor id="278" name="郑汝鸿" initials="郑" lastIdx="0" clrIdx="277"/>
  <p:cmAuthor id="279" name="未知用户19" initials="未" lastIdx="0" clrIdx="278"/>
  <p:cmAuthor id="280" name="张钰" initials="张" lastIdx="0" clrIdx="279"/>
  <p:cmAuthor id="281" name="周宏達JerryChou" initials="周" lastIdx="0" clrIdx="280"/>
  <p:cmAuthor id="282" name="邢辰凤" initials="邢" lastIdx="0" clrIdx="281"/>
  <p:cmAuthor id="283" name="未知用户7" initials="未" lastIdx="0" clrIdx="282"/>
  <p:cmAuthor id="284" name="未知的使用者56" initials="未" lastIdx="0" clrIdx="283"/>
  <p:cmAuthor id="285" name="未知用户46" initials="未" lastIdx="0" clrIdx="284"/>
  <p:cmAuthor id="286" name="未知的使用者119" initials="未" lastIdx="0" clrIdx="285"/>
  <p:cmAuthor id="287" name="未知用户59" initials="未" lastIdx="0" clrIdx="286"/>
  <p:cmAuthor id="288" name="未知的使用者22" initials="未" lastIdx="0" clrIdx="287"/>
  <p:cmAuthor id="289" name="杨程名" initials="ming" lastIdx="0" clrIdx="288"/>
  <p:cmAuthor id="290" name="未知的使用者103" initials="未" lastIdx="0" clrIdx="289"/>
  <p:cmAuthor id="291" name="Wenwen" initials="W" lastIdx="0" clrIdx="290"/>
  <p:cmAuthor id="292" name="未知的使用者117" initials="未" lastIdx="0" clrIdx="291"/>
  <p:cmAuthor id="293" name="未知用户51" initials="未" lastIdx="0" clrIdx="292"/>
  <p:cmAuthor id="294" name="未知的使用者28" initials="未" lastIdx="0" clrIdx="293"/>
  <p:cmAuthor id="295" name="未知用户67" initials="未" lastIdx="0" clrIdx="294"/>
  <p:cmAuthor id="296" name="未知用户114" initials="未" lastIdx="0" clrIdx="295"/>
  <p:cmAuthor id="297" name="未知用户18" initials="未" lastIdx="0" clrIdx="296"/>
  <p:cmAuthor id="298" name="未知的使用者67" initials="未" lastIdx="0" clrIdx="297"/>
  <p:cmAuthor id="299" name="未知的使用者46" initials="未" lastIdx="0" clrIdx="298"/>
  <p:cmAuthor id="300" name="未知的使用者26" initials="未" lastIdx="0" clrIdx="299"/>
  <p:cmAuthor id="301" name="未知的使用者43" initials="未" lastIdx="0" clrIdx="300"/>
  <p:cmAuthor id="302" name="未知的使用者9" initials="未" lastIdx="0" clrIdx="301"/>
  <p:cmAuthor id="303" name="未知用户62" initials="未" lastIdx="0" clrIdx="302"/>
  <p:cmAuthor id="304" name="mouse zz" initials="mz" lastIdx="0" clrIdx="303"/>
  <p:cmAuthor id="305" name="yuanzh" initials="y" lastIdx="0" clrIdx="304"/>
  <p:cmAuthor id="306" name="zheng kedan" initials="zk" lastIdx="0" clrIdx="305"/>
  <p:cmAuthor id="307" name="不明使用者57" initials="不" lastIdx="0" clrIdx="306"/>
  <p:cmAuthor id="308" name="未知用户108" initials="未" lastIdx="0" clrIdx="307"/>
  <p:cmAuthor id="309" name="未知的使用者110" initials="未" lastIdx="0" clrIdx="308"/>
  <p:cmAuthor id="310" name="linyd" initials="l" lastIdx="0" clrIdx="309"/>
  <p:cmAuthor id="311" name="未知用户8" initials="未" lastIdx="0" clrIdx="310"/>
  <p:cmAuthor id="312" name="未知的使用者31" initials="未" lastIdx="0" clrIdx="311"/>
  <p:cmAuthor id="313" name="未知用户81" initials="未" lastIdx="0" clrIdx="312"/>
  <p:cmAuthor id="314" name="未知用户115" initials="未" lastIdx="0" clrIdx="313"/>
  <p:cmAuthor id="315" name="未知的使用者68" initials="未" lastIdx="0" clrIdx="314"/>
  <p:cmAuthor id="316" name="mm" initials="m" lastIdx="0" clrIdx="315"/>
  <p:cmAuthor id="317" name="未知用户15" initials="未" lastIdx="0" clrIdx="316"/>
  <p:cmAuthor id="318" name="朱晓瑜" initials="朱" lastIdx="0" clrIdx="317"/>
  <p:cmAuthor id="319" name="不明使用者20" initials="不" lastIdx="0" clrIdx="318"/>
  <p:cmAuthor id="320" name="未知的使用者7" initials="未" lastIdx="0" clrIdx="319"/>
  <p:cmAuthor id="321" name="未知用户6" initials="未" lastIdx="0" clrIdx="320"/>
  <p:cmAuthor id="322" name="未知的使用者55" initials="未" lastIdx="0" clrIdx="321"/>
  <p:cmAuthor id="323" name="未知的使用者111" initials="未" lastIdx="0" clrIdx="322"/>
  <p:cmAuthor id="324" name="未知的使用者50" initials="未" lastIdx="0" clrIdx="323"/>
  <p:cmAuthor id="325" name="未知的使用者11" initials="未" lastIdx="0" clrIdx="324"/>
  <p:cmAuthor id="326" name="未知用户47" initials="未" lastIdx="0" clrIdx="325"/>
  <p:cmAuthor id="327" name="未知用户106" initials="未" lastIdx="0" clrIdx="326"/>
  <p:cmAuthor id="328" name="未知用户116" initials="未" lastIdx="0" clrIdx="327"/>
  <p:cmAuthor id="329" name="未知的使用者150" initials="未" lastIdx="0" clrIdx="328"/>
  <p:cmAuthor id="330" name="未知的使用者69" initials="未" lastIdx="0" clrIdx="329"/>
  <p:cmAuthor id="331" name="未知的使用者112" initials="未" lastIdx="0" clrIdx="330"/>
  <p:cmAuthor id="332" name="梁亚栋" initials="梁" lastIdx="0" clrIdx="331"/>
  <p:cmAuthor id="333" name="Kevin Hu" initials="K" lastIdx="0" clrIdx="332"/>
  <p:cmAuthor id="334" name="未知的使用者38" initials="未" lastIdx="0" clrIdx="333"/>
  <p:cmAuthor id="335" name="未知的使用者8" initials="未" lastIdx="0" clrIdx="334"/>
  <p:cmAuthor id="336" name="不明使用者56" initials="不" lastIdx="0" clrIdx="335"/>
  <p:cmAuthor id="337" name="P00035_jeremy" initials="P" lastIdx="0" clrIdx="336"/>
  <p:cmAuthor id="338" name="Unknown User7" initials="U" lastIdx="0" clrIdx="337"/>
  <p:cmAuthor id="339" name="muzi wei" initials="m" lastIdx="0" clrIdx="338"/>
  <p:cmAuthor id="340" name="易培 杜" initials="易杜" lastIdx="0" clrIdx="339"/>
  <p:cmAuthor id="341" name="未知的使用者41" initials="未" lastIdx="0" clrIdx="340"/>
  <p:cmAuthor id="342" name="djj" initials="d" lastIdx="0" clrIdx="341"/>
  <p:cmAuthor id="343" name="未知用户117" initials="未" lastIdx="0" clrIdx="342"/>
  <p:cmAuthor id="344" name="未知的使用者92" initials="未" lastIdx="0" clrIdx="343"/>
  <p:cmAuthor id="345" name="未知用户13" initials="未" lastIdx="0" clrIdx="344"/>
  <p:cmAuthor id="346" name="不明使用者21" initials="不" lastIdx="0" clrIdx="345"/>
  <p:cmAuthor id="347" name="YUMINGNJ" initials="Y" lastIdx="0" clrIdx="346"/>
  <p:cmAuthor id="348" name="未知的使用者52" initials="未" lastIdx="0" clrIdx="347"/>
  <p:cmAuthor id="349" name="未知用户109" initials="未" lastIdx="0" clrIdx="348"/>
  <p:cmAuthor id="350" name="Unknown User117" initials="U" lastIdx="0" clrIdx="349"/>
  <p:cmAuthor id="351" name="thomas" initials="t" lastIdx="0" clrIdx="350"/>
  <p:cmAuthor id="352" name="姚琳" initials="姚" lastIdx="0" clrIdx="351"/>
  <p:cmAuthor id="353" name="未知的使用者3" initials="未" lastIdx="0" clrIdx="352"/>
  <p:cmAuthor id="354" name="chen" initials="c" lastIdx="0" clrIdx="353"/>
  <p:cmAuthor id="355" name="未知用户14" initials="未" lastIdx="0" clrIdx="354"/>
  <p:cmAuthor id="356" name="Unknown User65" initials="U" lastIdx="0" clrIdx="355"/>
  <p:cmAuthor id="357" name="未知用户98" initials="未" lastIdx="0" clrIdx="356"/>
  <p:cmAuthor id="358" name="Windows 用户" initials="W" lastIdx="0" clrIdx="357"/>
  <p:cmAuthor id="359" name="Unknown User22" initials="U" lastIdx="0" clrIdx="358"/>
  <p:cmAuthor id="360" name="未知用户61" initials="未" lastIdx="0" clrIdx="359"/>
  <p:cmAuthor id="361" name="張秀娟" initials="張" lastIdx="0" clrIdx="360"/>
  <p:cmAuthor id="362" name="Jason Wang" initials="J" lastIdx="0" clrIdx="361"/>
  <p:cmAuthor id="363" name="不明使用者18" initials="不" lastIdx="0" clrIdx="362"/>
  <p:cmAuthor id="364" name="未知用户28" initials="未" lastIdx="0" clrIdx="363"/>
  <p:cmAuthor id="365" name="未知的使用者72" initials="未" lastIdx="0" clrIdx="364"/>
  <p:cmAuthor id="366" name="未知的使用者48" initials="未" lastIdx="0" clrIdx="365"/>
  <p:cmAuthor id="367" name="未知的使用者104" initials="未" lastIdx="0" clrIdx="366"/>
  <p:cmAuthor id="368" name="未知用户60" initials="未" lastIdx="0" clrIdx="367"/>
  <p:cmAuthor id="369" name="未知的使用者39" initials="未" lastIdx="0" clrIdx="368"/>
  <p:cmAuthor id="370" name="Shawna Strickland" initials="S" lastIdx="0" clrIdx="369"/>
  <p:cmAuthor id="371" name="未知的使用者36" initials="未" lastIdx="0" clrIdx="370"/>
  <p:cmAuthor id="372" name="未知的使用者136" initials="未" lastIdx="0" clrIdx="371"/>
  <p:cmAuthor id="373" name="Daniel Wuu" initials="D" lastIdx="0" clrIdx="372"/>
  <p:cmAuthor id="374" name="未知用户56" initials="未" lastIdx="0" clrIdx="373"/>
  <p:cmAuthor id="375" name="健君" initials="健" lastIdx="0" clrIdx="374"/>
  <p:cmAuthor id="376" name="未知的使用者84" initials="未" lastIdx="0" clrIdx="375"/>
  <p:cmAuthor id="377" name="未知的使用者197" initials="未" lastIdx="0" clrIdx="376"/>
  <p:cmAuthor id="378" name="Ashley Eberenz" initials="A" lastIdx="0" clrIdx="377"/>
  <p:cmAuthor id="379" name="不明使用者19" initials="不" lastIdx="0" clrIdx="378"/>
  <p:cmAuthor id="380" name="qiantong" initials="q" lastIdx="0" clrIdx="379"/>
  <p:cmAuthor id="381" name="未知的使用者74" initials="未" lastIdx="0" clrIdx="380"/>
  <p:cmAuthor id="382" name="姗SHAN" initials="姗" lastIdx="0" clrIdx="381"/>
  <p:cmAuthor id="383" name="未知的使用者23" initials="未" lastIdx="0" clrIdx="382"/>
  <p:cmAuthor id="384" name="未知的使用者1" initials="未" lastIdx="0" clrIdx="383"/>
  <p:cmAuthor id="385" name="116304" initials="1" lastIdx="0" clrIdx="384"/>
  <p:cmAuthor id="386" name="未知用户31" initials="未" lastIdx="0" clrIdx="385"/>
  <p:cmAuthor id="387" name="R affer" initials="R" lastIdx="0" clrIdx="386"/>
  <p:cmAuthor id="388" name="cbm" initials="c" lastIdx="0" clrIdx="387"/>
  <p:cmAuthor id="389" name="未知用户55" initials="未" lastIdx="0" clrIdx="388"/>
  <p:cmAuthor id="390" name="未知的使用者95" initials="未" lastIdx="0" clrIdx="389"/>
  <p:cmAuthor id="391" name="未知的使用者32" initials="未" lastIdx="0" clrIdx="390"/>
  <p:cmAuthor id="392" name="FAN" initials="F" lastIdx="0" clrIdx="391"/>
  <p:cmAuthor id="393" name="未知的使用者49" initials="未" lastIdx="0" clrIdx="392"/>
  <p:cmAuthor id="394" name="sunaoran" initials="s" lastIdx="0" clrIdx="393"/>
  <p:cmAuthor id="395" name="Unknown User26" initials="U" lastIdx="0" clrIdx="394"/>
  <p:cmAuthor id="396" name="yuexuejun" initials="y" lastIdx="0" clrIdx="395"/>
  <p:cmAuthor id="397" name="未知的使用者71" initials="未" lastIdx="0" clrIdx="396"/>
  <p:cmAuthor id="398" name="未知的使用者105" initials="未" lastIdx="0" clrIdx="397"/>
  <p:cmAuthor id="399" name="Unknown User70" initials="U" lastIdx="0" clrIdx="398"/>
  <p:cmAuthor id="400" name="clinchen" initials="c" lastIdx="0" clrIdx="399"/>
  <p:cmAuthor id="401" name="未知用户23" initials="未" lastIdx="0" clrIdx="400"/>
  <p:cmAuthor id="402" name="李 嘉" initials="李" lastIdx="0" clrIdx="401"/>
  <p:cmAuthor id="403" name="唐 赛" initials="唐" lastIdx="0" clrIdx="402"/>
  <p:cmAuthor id="404" name="hanjuncompany" initials="h" lastIdx="0" clrIdx="403"/>
  <p:cmAuthor id="405" name="gus9@chinaunicom.cn" initials="g" lastIdx="0" clrIdx="404"/>
  <p:cmAuthor id="406" name="kathy chen" initials="k" lastIdx="0" clrIdx="405"/>
  <p:cmAuthor id="407" name="未知的使用者63" initials="未" lastIdx="0" clrIdx="406"/>
  <p:cmAuthor id="408" name="未知的使用者64" initials="未" lastIdx="0" clrIdx="407"/>
  <p:cmAuthor id="409" name="未知的使用者47" initials="未" lastIdx="0" clrIdx="408"/>
  <p:cmAuthor id="410" name="未知的使用者60" initials="未" lastIdx="0" clrIdx="409"/>
  <p:cmAuthor id="411" name="未知的使用者59" initials="未" lastIdx="0" clrIdx="410"/>
  <p:cmAuthor id="412" name="未知的使用者54" initials="未" lastIdx="0" clrIdx="411"/>
  <p:cmAuthor id="413" name="未知的使用者66" initials="未" lastIdx="0" clrIdx="412"/>
  <p:cmAuthor id="414" name="未知的使用者65" initials="未" lastIdx="0" clrIdx="413"/>
  <p:cmAuthor id="415" name="未知的使用者106" initials="未" lastIdx="0" clrIdx="414"/>
  <p:cmAuthor id="416" name="未知的使用者107" initials="未" lastIdx="0" clrIdx="415"/>
  <p:cmAuthor id="417" name="未知的使用者108" initials="未" lastIdx="0" clrIdx="416"/>
  <p:cmAuthor id="418" name="未知的使用者86" initials="未" lastIdx="0" clrIdx="417"/>
  <p:cmAuthor id="419" name="未知的使用者116" initials="未" lastIdx="0" clrIdx="418"/>
  <p:cmAuthor id="420" name="未知的使用者44" initials="未" lastIdx="0" clrIdx="419"/>
  <p:cmAuthor id="421" name="未知的使用者37" initials="未" lastIdx="0" clrIdx="420"/>
  <p:cmAuthor id="422" name="未知的使用者126" initials="未" lastIdx="0" clrIdx="421"/>
  <p:cmAuthor id="423" name="未知的使用者127" initials="未" lastIdx="0" clrIdx="422"/>
  <p:cmAuthor id="424" name="未知的使用者128" initials="未" lastIdx="0" clrIdx="423"/>
  <p:cmAuthor id="425" name="未知的使用者124" initials="未" lastIdx="0" clrIdx="424"/>
  <p:cmAuthor id="426" name="未知的使用者125" initials="未" lastIdx="0" clrIdx="425"/>
  <p:cmAuthor id="427" name="Sara Chen" initials="S" lastIdx="0" clrIdx="426"/>
  <p:cmAuthor id="428" name="huang gerrard" initials="h" lastIdx="0" clrIdx="427"/>
  <p:cmAuthor id="429" name="未知用户170" initials="未" lastIdx="0" clrIdx="428"/>
  <p:cmAuthor id="430" name="未知用户171" initials="未" lastIdx="0" clrIdx="429"/>
  <p:cmAuthor id="431" name="未知用户172" initials="未" lastIdx="0" clrIdx="430"/>
  <p:cmAuthor id="432" name="未知用户173" initials="未" lastIdx="0" clrIdx="431"/>
  <p:cmAuthor id="433" name="未知用户149" initials="未" lastIdx="0" clrIdx="432"/>
  <p:cmAuthor id="434" name="未知用户150" initials="未" lastIdx="0" clrIdx="433"/>
  <p:cmAuthor id="435" name="未知用户151" initials="未" lastIdx="0" clrIdx="434"/>
  <p:cmAuthor id="436" name="未知用户152" initials="未" lastIdx="0" clrIdx="435"/>
  <p:cmAuthor id="437" name="未知用户153" initials="未" lastIdx="0" clrIdx="436"/>
  <p:cmAuthor id="438" name="未知用户154" initials="未" lastIdx="0" clrIdx="437"/>
  <p:cmAuthor id="439" name="未知用户155" initials="未" lastIdx="0" clrIdx="438"/>
  <p:cmAuthor id="440" name="未知用户41" initials="未" lastIdx="0" clrIdx="439"/>
  <p:cmAuthor id="441" name="未知用户44" initials="未" lastIdx="0" clrIdx="440"/>
  <p:cmAuthor id="442" name="未知用户45" initials="未" lastIdx="0" clrIdx="441"/>
  <p:cmAuthor id="443" name="未知用户156" initials="未" lastIdx="0" clrIdx="442"/>
  <p:cmAuthor id="444" name="未知用户64" initials="未" lastIdx="0" clrIdx="443"/>
  <p:cmAuthor id="445" name="未知用户65" initials="未" lastIdx="0" clrIdx="444"/>
  <p:cmAuthor id="446" name="未知用户68" initials="未" lastIdx="0" clrIdx="445"/>
  <p:cmAuthor id="447" name="mei shuo" initials="m" lastIdx="0" clrIdx="446"/>
  <p:cmAuthor id="448" name="未知用户69" initials="未" lastIdx="0" clrIdx="447"/>
  <p:cmAuthor id="449" name="dengwanting" initials="d" lastIdx="0" clrIdx="448"/>
  <p:cmAuthor id="450" name="未知用户70" initials="未" lastIdx="0" clrIdx="449"/>
  <p:cmAuthor id="451" name="未知用户71" initials="未" lastIdx="0" clrIdx="450"/>
  <p:cmAuthor id="452" name="未知用户72" initials="未" lastIdx="0" clrIdx="451"/>
  <p:cmAuthor id="453" name="未知用户73" initials="未" lastIdx="0" clrIdx="452"/>
  <p:cmAuthor id="454" name="未知用户49" initials="未" lastIdx="0" clrIdx="453"/>
  <p:cmAuthor id="455" name="未知用户50" initials="未" lastIdx="0" clrIdx="454"/>
  <p:cmAuthor id="456" name="未知用户52" initials="未" lastIdx="0" clrIdx="455"/>
  <p:cmAuthor id="457" name="MA15" initials="M" lastIdx="0" clrIdx="456"/>
  <p:cmAuthor id="458" name="未知用户53" initials="未" lastIdx="0" clrIdx="457"/>
  <p:cmAuthor id="459" name="未知用户96" initials="未" lastIdx="0" clrIdx="458"/>
  <p:cmAuthor id="460" name="未知用户48" initials="未" lastIdx="0" clrIdx="459"/>
  <p:cmAuthor id="461" name="未知用户97" initials="未" lastIdx="0" clrIdx="460"/>
  <p:cmAuthor id="462" name="未知用户40" initials="未" lastIdx="0" clrIdx="461"/>
  <p:cmAuthor id="463" name="未知用户43" initials="未" lastIdx="0" clrIdx="462"/>
  <p:cmAuthor id="464" name="未知用户100" initials="未" lastIdx="0" clrIdx="463"/>
  <p:cmAuthor id="465" name="未知用户101" initials="未" lastIdx="0" clrIdx="464"/>
  <p:cmAuthor id="466" name="未知用户26" initials="未" lastIdx="0" clrIdx="465"/>
  <p:cmAuthor id="467" name=" " initials="" lastIdx="0" clrIdx="466"/>
  <p:cmAuthor id="468" name="未知用户29" initials="未" lastIdx="0" clrIdx="467"/>
  <p:cmAuthor id="469" name="未知用户32" initials="未" lastIdx="0" clrIdx="468"/>
  <p:cmAuthor id="470" name="晶晶 张" initials="晶张" lastIdx="0" clrIdx="469"/>
  <p:cmAuthor id="471" name="未知用户33" initials="未" lastIdx="0" clrIdx="470"/>
  <p:cmAuthor id="472" name="未知用户34" initials="未" lastIdx="0" clrIdx="471"/>
  <p:cmAuthor id="473" name="未知用户42" initials="未" lastIdx="0" clrIdx="472"/>
  <p:cmAuthor id="474" name="Mmm" initials="M" lastIdx="0" clrIdx="473"/>
  <p:cmAuthor id="475" name="未知的使用者109" initials="未" lastIdx="0" clrIdx="474"/>
  <p:cmAuthor id="476" name="未知的使用者122" initials="未" lastIdx="0" clrIdx="475"/>
  <p:cmAuthor id="477" name="未知的使用者123" initials="未" lastIdx="0" clrIdx="476"/>
  <p:cmAuthor id="478" name="未知用户90" initials="未" lastIdx="0" clrIdx="477"/>
  <p:cmAuthor id="479" name="未知用户91" initials="未" lastIdx="0" clrIdx="478"/>
  <p:cmAuthor id="480" name="未知用户92" initials="未" lastIdx="0" clrIdx="479"/>
  <p:cmAuthor id="481" name="未知用户74" initials="未" lastIdx="0" clrIdx="480"/>
  <p:cmAuthor id="482" name="未知用户75" initials="未" lastIdx="0" clrIdx="481"/>
  <p:cmAuthor id="483" name="未知用户76" initials="未" lastIdx="0" clrIdx="482"/>
  <p:cmAuthor id="484" name="未知用户77" initials="未" lastIdx="0" clrIdx="483"/>
  <p:cmAuthor id="485" name="未知用户78" initials="未" lastIdx="0" clrIdx="484"/>
  <p:cmAuthor id="486" name="未知用户79" initials="未" lastIdx="0" clrIdx="485"/>
  <p:cmAuthor id="487" name="jialuo" initials="j" lastIdx="0" clrIdx="486"/>
  <p:cmAuthor id="488" name="未知用户80" initials="未" lastIdx="0" clrIdx="487"/>
  <p:cmAuthor id="489" name="Harry xu" initials="H" lastIdx="0" clrIdx="488"/>
  <p:cmAuthor id="490" name="未知用户27" initials="未" lastIdx="0" clrIdx="489"/>
  <p:cmAuthor id="491" name="未知用户35" initials="未" lastIdx="0" clrIdx="490"/>
  <p:cmAuthor id="492" name="未知用户111" initials="未" lastIdx="0" clrIdx="491"/>
  <p:cmAuthor id="493" name="标注" initials="标" lastIdx="0" clrIdx="492"/>
  <p:cmAuthor id="494" name="94895" initials="9" lastIdx="0" clrIdx="493"/>
  <p:cmAuthor id="495" name="多丽娅" initials="多" lastIdx="0" clrIdx="494"/>
  <p:cmAuthor id="496" name="sunyi1" initials="s" lastIdx="0" clrIdx="495"/>
  <p:cmAuthor id="497" name="10331183" initials="1" lastIdx="0" clrIdx="496"/>
  <p:cmAuthor id="498" name="whpaul" initials="w" lastIdx="0" clrIdx="497"/>
  <p:cmAuthor id="499" name="琚超" initials="琚" lastIdx="0" clrIdx="498"/>
  <p:cmAuthor id="500" name="beibei" initials="b" lastIdx="0" clrIdx="499"/>
  <p:cmAuthor id="501" name="徐孟江_MbuiiUbI" initials="徐" lastIdx="0" clrIdx="500"/>
  <p:cmAuthor id="502" name="goodbobo" initials="g" lastIdx="0" clrIdx="501"/>
  <p:cmAuthor id="503" name="zhang shaohui" initials="z" lastIdx="0" clrIdx="502"/>
  <p:cmAuthor id="504" name="金洁" initials="金" lastIdx="0" clrIdx="503"/>
  <p:cmAuthor id="505" name="王竑达" initials="王" lastIdx="0" clrIdx="504"/>
  <p:cmAuthor id="506" name="Liu, Hongqing (NSB - CN/Shanghai)" initials="L" lastIdx="0" clrIdx="505"/>
  <p:cmAuthor id="507" name="梁鹏" initials="梁" lastIdx="0" clrIdx="506"/>
  <p:cmAuthor id="508" name="sh-fanjunjie" initials="s" lastIdx="0" clrIdx="507"/>
  <p:cmAuthor id="509" name="lll" initials="l" lastIdx="0" clrIdx="508"/>
  <p:cmAuthor id="510" name="Cynthia L" initials="C" lastIdx="0" clrIdx="509"/>
  <p:cmAuthor id="511" name="wuxiaoqi1" initials="w" lastIdx="0" clrIdx="510"/>
  <p:cmAuthor id="512" name="qsl" initials="q" lastIdx="0" clrIdx="511"/>
  <p:cmAuthor id="513" name="00030386" initials="0" lastIdx="0" clrIdx="512"/>
  <p:cmAuthor id="514" name="raymond luan" initials="r" lastIdx="0" clrIdx="513"/>
  <p:cmAuthor id="515" name="thinkin" initials="t" lastIdx="0" clrIdx="514"/>
  <p:cmAuthor id="516" name="赵刚" initials="赵" lastIdx="0" clrIdx="515"/>
  <p:cmAuthor id="517" name="zhang" initials="z" lastIdx="0" clrIdx="516"/>
  <p:cmAuthor id="518" name="mu zi" initials="m" lastIdx="0" clrIdx="517"/>
  <p:cmAuthor id="519" name="代雨桐" initials="代" lastIdx="0" clrIdx="518"/>
  <p:cmAuthor id="520" name="娜娅" initials="娜" lastIdx="0" clrIdx="519"/>
  <p:cmAuthor id="521" name="houhj26" initials="h" lastIdx="0" clrIdx="520"/>
  <p:cmAuthor id="522" name="郏 鹏" initials="郏" lastIdx="0" clrIdx="521"/>
  <p:cmAuthor id="523" name="仝德志" initials="仝" lastIdx="0" clrIdx="522"/>
  <p:cmAuthor id="524" name="宋玉坤" initials="W用" lastIdx="0" clrIdx="523"/>
  <p:cmAuthor id="525" name="PC" initials="P" lastIdx="0" clrIdx="524"/>
  <p:cmAuthor id="526" name="ma jialin" initials="mj" lastIdx="0" clrIdx="525"/>
  <p:cmAuthor id="527" name="未知的使用者169" initials="未" lastIdx="0" clrIdx="526"/>
  <p:cmAuthor id="528" name="刘海娜|liuhaina" initials="W用" lastIdx="0" clrIdx="527"/>
  <p:cmAuthor id="529" name="未知的使用者183" initials="未" lastIdx="0" clrIdx="528"/>
  <p:cmAuthor id="530" name="goforever814" initials="g" lastIdx="0" clrIdx="529"/>
  <p:cmAuthor id="531" name="未知的使用者182" initials="未" lastIdx="0" clrIdx="530"/>
  <p:cmAuthor id="532" name="未知的使用者173" initials="未" lastIdx="0" clrIdx="531"/>
  <p:cmAuthor id="533" name="未知的使用者161" initials="未" lastIdx="0" clrIdx="532"/>
  <p:cmAuthor id="534" name="崔彤欣" initials="崔" lastIdx="0" clrIdx="533"/>
  <p:cmAuthor id="535" name="未知的使用者162" initials="未" lastIdx="0" clrIdx="534"/>
  <p:cmAuthor id="536" name="yangjun123" initials="y" lastIdx="0" clrIdx="535"/>
  <p:cmAuthor id="537" name="未知的使用者184" initials="未" lastIdx="0" clrIdx="536"/>
  <p:cmAuthor id="538" name="未知的使用者185" initials="未" lastIdx="0" clrIdx="537"/>
  <p:cmAuthor id="539" name="未知的使用者186" initials="未" lastIdx="0" clrIdx="538"/>
  <p:cmAuthor id="540" name="未知的使用者175" initials="未" lastIdx="0" clrIdx="539"/>
  <p:cmAuthor id="541" name="未知的使用者176" initials="未" lastIdx="0" clrIdx="540"/>
  <p:cmAuthor id="542" name="未知的使用者187" initials="未" lastIdx="0" clrIdx="541"/>
  <p:cmAuthor id="543" name="未知的使用者178" initials="未" lastIdx="0" clrIdx="542"/>
  <p:cmAuthor id="544" name="未知的使用者179" initials="未" lastIdx="0" clrIdx="543"/>
  <p:cmAuthor id="545" name="未知的使用者180" initials="未" lastIdx="0" clrIdx="544"/>
  <p:cmAuthor id="546" name="未知的使用者181" initials="未" lastIdx="0" clrIdx="545"/>
  <p:cmAuthor id="547" name="未知的使用者170" initials="未" lastIdx="0" clrIdx="546"/>
  <p:cmAuthor id="548" name="HUAWEI" initials="H" lastIdx="0" clrIdx="547"/>
  <p:cmAuthor id="549" name="林诗婷" initials="林" lastIdx="0" clrIdx="548"/>
  <p:cmAuthor id="550" name="未知的使用者141" initials="未" lastIdx="0" clrIdx="549"/>
  <p:cmAuthor id="551" name="未知的使用者142" initials="未" lastIdx="0" clrIdx="550"/>
  <p:cmAuthor id="552" name="未知的使用者143" initials="未" lastIdx="0" clrIdx="551"/>
  <p:cmAuthor id="553" name="未知的使用者144" initials="未" lastIdx="0" clrIdx="552"/>
  <p:cmAuthor id="554" name="未知的使用者145" initials="未" lastIdx="0" clrIdx="553"/>
  <p:cmAuthor id="555" name="未知的使用者146" initials="未" lastIdx="0" clrIdx="554"/>
  <p:cmAuthor id="556" name="未知的使用者147" initials="未" lastIdx="0" clrIdx="555"/>
  <p:cmAuthor id="557" name="未知的使用者148" initials="未" lastIdx="0" clrIdx="556"/>
  <p:cmAuthor id="558" name="未知的使用者149" initials="未" lastIdx="0" clrIdx="557"/>
  <p:cmAuthor id="559" name="刘云轩" initials="刘" lastIdx="0" clrIdx="558"/>
  <p:cmAuthor id="560" name="sharon" initials="s" lastIdx="0" clrIdx="559"/>
  <p:cmAuthor id="561" name="未知用户131" initials="未" lastIdx="0" clrIdx="560"/>
  <p:cmAuthor id="562" name="未知的使用者194" initials="未" lastIdx="0" clrIdx="561"/>
  <p:cmAuthor id="563" name="未知用户134" initials="未" lastIdx="0" clrIdx="562"/>
  <p:cmAuthor id="564" name="未知用户135" initials="未" lastIdx="0" clrIdx="563"/>
  <p:cmAuthor id="565" name="未知用户136" initials="未" lastIdx="0" clrIdx="564"/>
  <p:cmAuthor id="566" name="Yoyo Wu" initials="Y" lastIdx="0" clrIdx="565"/>
  <p:cmAuthor id="567" name="未知的使用者201" initials="未" lastIdx="0" clrIdx="566"/>
  <p:cmAuthor id="568" name="任涛10036216" initials="任" lastIdx="0" clrIdx="567"/>
  <p:cmAuthor id="569" name="未知的使用者202" initials="未" lastIdx="0" clrIdx="568"/>
  <p:cmAuthor id="570" name="未知的使用者171" initials="未" lastIdx="0" clrIdx="569"/>
  <p:cmAuthor id="571" name="未知的使用者195" initials="未" lastIdx="0" clrIdx="570"/>
  <p:cmAuthor id="572" name="未知的使用者196" initials="未" lastIdx="0" clrIdx="571"/>
  <p:cmAuthor id="573" name="未知的使用者222" initials="未" lastIdx="0" clrIdx="572"/>
  <p:cmAuthor id="574" name="未知的使用者203" initials="未" lastIdx="0" clrIdx="573"/>
  <p:cmAuthor id="575" name="未知的使用者204" initials="未" lastIdx="0" clrIdx="574"/>
  <p:cmAuthor id="576" name="未知的使用者225" initials="未" lastIdx="0" clrIdx="575"/>
  <p:cmAuthor id="577" name="未知用户133" initials="未" lastIdx="0" clrIdx="576"/>
  <p:cmAuthor id="578" name="zhangbin" initials="z" lastIdx="0" clrIdx="577"/>
  <p:cmAuthor id="579" name="未知的使用者232" initials="未" lastIdx="0" clrIdx="578"/>
  <p:cmAuthor id="580" name="未知用户330" initials="未" lastIdx="0" clrIdx="579"/>
  <p:cmAuthor id="581" name="未知用户177" initials="未" lastIdx="0" clrIdx="580"/>
  <p:cmAuthor id="582" name="未知用户184" initials="未" lastIdx="0" clrIdx="581"/>
  <p:cmAuthor id="583" name="未知用户181" initials="未" lastIdx="0" clrIdx="582"/>
  <p:cmAuthor id="584" name="未知用户182" initials="未" lastIdx="0" clrIdx="583"/>
  <p:cmAuthor id="585" name="未知用户204" initials="未" lastIdx="0" clrIdx="584"/>
  <p:cmAuthor id="586" name="未知用户205" initials="未" lastIdx="0" clrIdx="585"/>
  <p:cmAuthor id="587" name="未知用户193" initials="未" lastIdx="0" clrIdx="586"/>
  <p:cmAuthor id="588" name="未知用户194" initials="未" lastIdx="0" clrIdx="587"/>
  <p:cmAuthor id="589" name="未知用户187" initials="未" lastIdx="0" clrIdx="588"/>
  <p:cmAuthor id="590" name="Kent" initials="K" lastIdx="0" clrIdx="589"/>
  <p:cmAuthor id="591" name="留毓吟" initials="留" lastIdx="0" clrIdx="590"/>
  <p:cmAuthor id="592" name="王嘉偉" initials="王" lastIdx="0" clrIdx="591"/>
  <p:cmAuthor id="593" name="dcis" initials="d" lastIdx="0" clrIdx="592"/>
  <p:cmAuthor id="594" name="FanJQ" initials="F" lastIdx="0" clrIdx="593"/>
  <p:cmAuthor id="595" name="未知用户211" initials="未" lastIdx="0" clrIdx="594"/>
  <p:cmAuthor id="596" name="未知用户212" initials="未" lastIdx="0" clrIdx="595"/>
  <p:cmAuthor id="597" name="未知用户210" initials="未" lastIdx="0" clrIdx="596"/>
  <p:cmAuthor id="598" name="未知用户201" initials="未" lastIdx="0" clrIdx="597"/>
  <p:cmAuthor id="599" name="未知用户161" initials="未" lastIdx="0" clrIdx="598"/>
  <p:cmAuthor id="600" name="未知用户183" initials="未" lastIdx="0" clrIdx="599"/>
  <p:cmAuthor id="601" name="未知用户162" initials="未" lastIdx="0" clrIdx="600"/>
  <p:cmAuthor id="602" name="未知用户163" initials="未" lastIdx="0" clrIdx="601"/>
  <p:cmAuthor id="603" name="未知用户164" initials="未" lastIdx="0" clrIdx="602"/>
  <p:cmAuthor id="604" name="未知用户165" initials="未" lastIdx="0" clrIdx="603"/>
  <p:cmAuthor id="605" name="未知用户191" initials="未" lastIdx="0" clrIdx="604"/>
  <p:cmAuthor id="606" name="未知用户167" initials="未" lastIdx="0" clrIdx="605"/>
  <p:cmAuthor id="607" name="未知用户202" initials="未" lastIdx="0" clrIdx="606"/>
  <p:cmAuthor id="608" name="未知用户169" initials="未" lastIdx="0" clrIdx="607"/>
  <p:cmAuthor id="609" name="未知用户192" initials="未" lastIdx="0" clrIdx="608"/>
  <p:cmAuthor id="610" name="未知用户203" initials="未" lastIdx="0" clrIdx="609"/>
  <p:cmAuthor id="611" name="未知用户174" initials="未" lastIdx="0" clrIdx="610"/>
  <p:cmAuthor id="612" name="未知用户175" initials="未" lastIdx="0" clrIdx="611"/>
  <p:cmAuthor id="613" name="未知用户176" initials="未" lastIdx="0" clrIdx="612"/>
  <p:cmAuthor id="614" name="未知的使用者167" initials="未" lastIdx="0" clrIdx="613"/>
  <p:cmAuthor id="615" name="未知的使用者159" initials="未" lastIdx="0" clrIdx="614"/>
  <p:cmAuthor id="616" name="未知的使用者160" initials="未" lastIdx="0" clrIdx="615"/>
  <p:cmAuthor id="617" name="未知的使用者168" initials="未" lastIdx="0" clrIdx="616"/>
  <p:cmAuthor id="618" name="不明使用者7" initials="不" lastIdx="0" clrIdx="617"/>
  <p:cmAuthor id="619" name="未知用户120" initials="未" lastIdx="0" clrIdx="618"/>
  <p:cmAuthor id="620" name="未知用户122" initials="未" lastIdx="0" clrIdx="619"/>
  <p:cmAuthor id="621" name="未知用户132" initials="未" lastIdx="0" clrIdx="620"/>
  <p:cmAuthor id="622" name="未知用户141" initials="未" lastIdx="0" clrIdx="621"/>
  <p:cmAuthor id="623" name="未知用户143" initials="未" lastIdx="0" clrIdx="622"/>
  <p:cmAuthor id="624" name="未知用户144" initials="未" lastIdx="0" clrIdx="623"/>
  <p:cmAuthor id="625" name="未知用户145" initials="未" lastIdx="0" clrIdx="624"/>
  <p:cmAuthor id="626" name="未知用户119" initials="未" lastIdx="0" clrIdx="625"/>
  <p:cmAuthor id="627" name="未知用户140" initials="未" lastIdx="0" clrIdx="626"/>
  <p:cmAuthor id="628" name="未知用户142" initials="未" lastIdx="0" clrIdx="627"/>
  <p:cmAuthor id="629" name="未知用户157" initials="未" lastIdx="0" clrIdx="628"/>
  <p:cmAuthor id="630" name="未知用户158" initials="未" lastIdx="0" clrIdx="629"/>
  <p:cmAuthor id="631" name="未知用户159" initials="未" lastIdx="0" clrIdx="630"/>
  <p:cmAuthor id="632" name="未知用户160" initials="未" lastIdx="0" clrIdx="631"/>
  <p:cmAuthor id="633" name="未知用户168" initials="未" lastIdx="0" clrIdx="632"/>
  <p:cmAuthor id="634" name="順天" initials="順" lastIdx="0" clrIdx="633"/>
  <p:cmAuthor id="635" name="未知用户287" initials="未" lastIdx="0" clrIdx="634"/>
  <p:cmAuthor id="636" name="未知用户288" initials="未" lastIdx="0" clrIdx="635"/>
  <p:cmAuthor id="637" name="未知用户289" initials="未" lastIdx="0" clrIdx="636"/>
  <p:cmAuthor id="638" name="未知用户206" initials="未" lastIdx="0" clrIdx="637"/>
  <p:cmAuthor id="639" name="nancy" initials="n" lastIdx="0" clrIdx="638"/>
  <p:cmAuthor id="640" name="未知用户166" initials="未" lastIdx="0" clrIdx="639"/>
  <p:cmAuthor id="641" name="未知用户195" initials="未" lastIdx="0" clrIdx="640"/>
  <p:cmAuthor id="642" name="未知用户207" initials="未" lastIdx="0" clrIdx="641"/>
  <p:cmAuthor id="643" name="未知的使用者207" initials="未" lastIdx="0" clrIdx="642"/>
  <p:cmAuthor id="644" name="未知的使用者208" initials="未" lastIdx="0" clrIdx="643"/>
  <p:cmAuthor id="645" name="未知的使用者188" initials="未" lastIdx="0" clrIdx="644"/>
  <p:cmAuthor id="646" name="未知的使用者189" initials="未" lastIdx="0" clrIdx="645"/>
  <p:cmAuthor id="647" name="未知的使用者190" initials="未" lastIdx="0" clrIdx="646"/>
  <p:cmAuthor id="648" name="未知的使用者191" initials="未" lastIdx="0" clrIdx="647"/>
  <p:cmAuthor id="649" name="未知的使用者192" initials="未" lastIdx="0" clrIdx="648"/>
  <p:cmAuthor id="650" name="未知的使用者193" initials="未" lastIdx="0" clrIdx="649"/>
  <p:cmAuthor id="651" name="未知的使用者209" initials="未" lastIdx="0" clrIdx="650"/>
  <p:cmAuthor id="652" name="未知的使用者210" initials="未" lastIdx="0" clrIdx="651"/>
  <p:cmAuthor id="653" name="未知的使用者211" initials="未" lastIdx="0" clrIdx="652"/>
  <p:cmAuthor id="654" name="未知的使用者212" initials="未" lastIdx="0" clrIdx="653"/>
  <p:cmAuthor id="655" name="未知的使用者213" initials="未" lastIdx="0" clrIdx="654"/>
  <p:cmAuthor id="656" name="未知的使用者214" initials="未" lastIdx="0" clrIdx="655"/>
  <p:cmAuthor id="657" name="未知的使用者215" initials="未" lastIdx="0" clrIdx="656"/>
  <p:cmAuthor id="658" name="未知的使用者216" initials="未" lastIdx="0" clrIdx="657"/>
  <p:cmAuthor id="659" name="未知的使用者217" initials="未" lastIdx="0" clrIdx="658"/>
  <p:cmAuthor id="660" name="未知的使用者218" initials="未" lastIdx="0" clrIdx="659"/>
  <p:cmAuthor id="661" name="未知的使用者219" initials="未" lastIdx="0" clrIdx="660"/>
  <p:cmAuthor id="662" name="未知的使用者220" initials="未" lastIdx="0" clrIdx="661"/>
  <p:cmAuthor id="663" name="未知的使用者153" initials="未" lastIdx="0" clrIdx="662"/>
  <p:cmAuthor id="664" name="未知的使用者154" initials="未" lastIdx="0" clrIdx="663"/>
  <p:cmAuthor id="665" name="未知用户25" initials="未" lastIdx="0" clrIdx="664"/>
  <p:cmAuthor id="666" name="未知的使用者129" initials="未" lastIdx="0" clrIdx="665"/>
  <p:cmAuthor id="667" name="未知的使用者130" initials="未" lastIdx="0" clrIdx="666"/>
  <p:cmAuthor id="668" name="未知的使用者131" initials="未" lastIdx="0" clrIdx="667"/>
  <p:cmAuthor id="669" name="未知的使用者132" initials="未" lastIdx="0" clrIdx="668"/>
  <p:cmAuthor id="670" name="未知的使用者164" initials="未" lastIdx="0" clrIdx="669"/>
  <p:cmAuthor id="671" name="未知的使用者172" initials="未" lastIdx="0" clrIdx="670"/>
  <p:cmAuthor id="672" name="未知的使用者174" initials="未" lastIdx="0" clrIdx="671"/>
  <p:cmAuthor id="673" name="未知的使用者247" initials="未" lastIdx="0" clrIdx="672"/>
  <p:cmAuthor id="674" name="未知的使用者249" initials="未" lastIdx="0" clrIdx="673"/>
  <p:cmAuthor id="675" name="未知的使用者250" initials="未" lastIdx="0" clrIdx="674"/>
  <p:cmAuthor id="676" name="未知的使用者251" initials="未" lastIdx="0" clrIdx="675"/>
  <p:cmAuthor id="677" name="未知的使用者246" initials="未" lastIdx="0" clrIdx="676"/>
  <p:cmAuthor id="678" name="未知的使用者224" initials="未" lastIdx="0" clrIdx="677"/>
  <p:cmAuthor id="679" name="未知的使用者252" initials="未" lastIdx="0" clrIdx="678"/>
  <p:cmAuthor id="680" name="未知的使用者253" initials="未" lastIdx="0" clrIdx="679"/>
  <p:cmAuthor id="681" name="未知的使用者254" initials="未" lastIdx="0" clrIdx="680"/>
  <p:cmAuthor id="682" name="群智集" initials="群" lastIdx="0" clrIdx="681"/>
  <p:cmAuthor id="683" name="未知的使用者255" initials="未" lastIdx="0" clrIdx="682"/>
  <p:cmAuthor id="684" name="未知的使用者226" initials="未" lastIdx="0" clrIdx="683"/>
  <p:cmAuthor id="685" name="未知的使用者227" initials="未" lastIdx="0" clrIdx="684"/>
  <p:cmAuthor id="686" name="未知的使用者270" initials="未" lastIdx="0" clrIdx="685"/>
  <p:cmAuthor id="687" name="未知的使用者228" initials="未" lastIdx="0" clrIdx="686"/>
  <p:cmAuthor id="688" name="未知的使用者229" initials="未" lastIdx="0" clrIdx="687"/>
  <p:cmAuthor id="689" name="未知的使用者230" initials="未" lastIdx="0" clrIdx="688"/>
  <p:cmAuthor id="690" name="王 曦" initials="王" lastIdx="0" clrIdx="689"/>
  <p:cmAuthor id="691" name="Aqf" initials="A" lastIdx="0" clrIdx="690"/>
  <p:cmAuthor id="692" name="未知的使用者231" initials="未" lastIdx="0" clrIdx="691"/>
  <p:cmAuthor id="693" name="13709759491@139.com" initials="1" lastIdx="0" clrIdx="692"/>
  <p:cmAuthor id="694" name="未知的使用者256" initials="未" lastIdx="0" clrIdx="693"/>
  <p:cmAuthor id="695" name="未知的使用者233" initials="未" lastIdx="0" clrIdx="694"/>
  <p:cmAuthor id="696" name="高飞" initials="高" lastIdx="0" clrIdx="695"/>
  <p:cmAuthor id="697" name="未知的使用者234" initials="未" lastIdx="0" clrIdx="696"/>
  <p:cmAuthor id="698" name="xzb1" initials="x" lastIdx="0" clrIdx="697"/>
  <p:cmAuthor id="699" name="未知的使用者235" initials="未" lastIdx="0" clrIdx="698"/>
  <p:cmAuthor id="700" name="未知的使用者236" initials="未" lastIdx="0" clrIdx="699"/>
  <p:cmAuthor id="701" name="未知的使用者257" initials="未" lastIdx="0" clrIdx="700"/>
  <p:cmAuthor id="702" name="未知的使用者237" initials="未" lastIdx="0" clrIdx="701"/>
  <p:cmAuthor id="703" name="未知的使用者238" initials="未" lastIdx="0" clrIdx="702"/>
  <p:cmAuthor id="704" name="未知的使用者239" initials="未" lastIdx="0" clrIdx="703"/>
  <p:cmAuthor id="705" name="未知的使用者240" initials="未" lastIdx="0" clrIdx="704"/>
  <p:cmAuthor id="706" name="未知的使用者241" initials="未" lastIdx="0" clrIdx="705"/>
  <p:cmAuthor id="707" name="未知的使用者242" initials="未" lastIdx="0" clrIdx="706"/>
  <p:cmAuthor id="708" name="未知的使用者243" initials="未" lastIdx="0" clrIdx="707"/>
  <p:cmAuthor id="709" name="未知的使用者258" initials="未" lastIdx="0" clrIdx="708"/>
  <p:cmAuthor id="710" name="未知的使用者259" initials="未" lastIdx="0" clrIdx="709"/>
  <p:cmAuthor id="711" name="未知的使用者260" initials="未" lastIdx="0" clrIdx="710"/>
  <p:cmAuthor id="712" name="未知的使用者261" initials="未" lastIdx="0" clrIdx="711"/>
  <p:cmAuthor id="713" name="未知的使用者262" initials="未" lastIdx="0" clrIdx="712"/>
  <p:cmAuthor id="714" name="未知的使用者263" initials="未" lastIdx="0" clrIdx="713"/>
  <p:cmAuthor id="715" name="未知的使用者264" initials="未" lastIdx="0" clrIdx="714"/>
  <p:cmAuthor id="716" name="未知的使用者265" initials="未" lastIdx="0" clrIdx="715"/>
  <p:cmAuthor id="717" name="未知的使用者266" initials="未" lastIdx="0" clrIdx="716"/>
  <p:cmAuthor id="718" name="未知的使用者267" initials="未" lastIdx="0" clrIdx="717"/>
  <p:cmAuthor id="719" name="未知的使用者268" initials="未" lastIdx="0" clrIdx="718"/>
  <p:cmAuthor id="720" name="未知的使用者269" initials="未" lastIdx="0" clrIdx="719"/>
  <p:cmAuthor id="721" name="lillian" initials="l" lastIdx="0" clrIdx="720"/>
  <p:cmAuthor id="722" name="未知用户197" initials="未" lastIdx="0" clrIdx="721"/>
  <p:cmAuthor id="723" name="孙音" initials="孙" lastIdx="0" clrIdx="722"/>
  <p:cmAuthor id="724" name="未知用户303" initials="未" lastIdx="0" clrIdx="723"/>
  <p:cmAuthor id="725" name="谢学斌" initials="谢" lastIdx="0" clrIdx="724"/>
  <p:cmAuthor id="726" name="蓝礼健" initials="蓝" lastIdx="0" clrIdx="725"/>
  <p:cmAuthor id="727" name="shenbina" initials="s" lastIdx="0" clrIdx="726"/>
  <p:cmAuthor id="728" name="未知用户230" initials="未" lastIdx="0" clrIdx="727"/>
  <p:cmAuthor id="729" name="sushanshan1" initials="s" lastIdx="0" clrIdx="728"/>
  <p:cmAuthor id="730" name="未知用户354" initials="未" lastIdx="0" clrIdx="729"/>
  <p:cmAuthor id="731" name="未知的使用者221" initials="未" lastIdx="0" clrIdx="730"/>
  <p:cmAuthor id="732" name="wzy" initials="w" lastIdx="0" clrIdx="731"/>
  <p:cmAuthor id="733" name="黄鹏" initials="黄" lastIdx="0" clrIdx="732"/>
  <p:cmAuthor id="734" name="winner1 chan" initials="wc" lastIdx="0" clrIdx="733"/>
  <p:cmAuthor id="735" name="未知用户332" initials="未" lastIdx="0" clrIdx="734"/>
  <p:cmAuthor id="736" name="未知用户217" initials="未" lastIdx="0" clrIdx="735"/>
  <p:cmAuthor id="737" name="未知用户272" initials="未" lastIdx="0" clrIdx="736"/>
  <p:cmAuthor id="738" name="俊晔 邱" initials="俊" lastIdx="0" clrIdx="737"/>
  <p:cmAuthor id="739" name="annie.gts@outlook.com" initials="a" lastIdx="0" clrIdx="738"/>
  <p:cmAuthor id="740" name="杨 升格" initials="杨" lastIdx="0" clrIdx="739"/>
  <p:cmAuthor id="741" name="常光辉" initials="常" lastIdx="0" clrIdx="740"/>
  <p:cmAuthor id="742" name="cy" initials="c" lastIdx="0" clrIdx="741"/>
  <p:cmAuthor id="743" name="璇 安" initials="璇" lastIdx="0" clrIdx="742"/>
  <p:cmAuthor id="744" name="未知用户214" initials="未" lastIdx="0" clrIdx="743"/>
  <p:cmAuthor id="745" name="lxm" initials="l" lastIdx="0" clrIdx="744"/>
  <p:cmAuthor id="746" name="未知用户231" initials="未" lastIdx="0" clrIdx="745"/>
  <p:cmAuthor id="747" name="yesg" initials="y" lastIdx="0" clrIdx="746"/>
  <p:cmAuthor id="748" name="未知用户277" initials="未" lastIdx="0" clrIdx="747"/>
  <p:cmAuthor id="749" name="soling" initials="s" lastIdx="0" clrIdx="748"/>
  <p:cmAuthor id="750" name="李 骁" initials="李" lastIdx="0" clrIdx="749"/>
  <p:cmAuthor id="751" name="未知的使用者96" initials="未" lastIdx="0" clrIdx="750"/>
  <p:cmAuthor id="752" name="未知用户260" initials="未" lastIdx="0" clrIdx="751"/>
  <p:cmAuthor id="753" name="未知用户261" initials="未" lastIdx="0" clrIdx="752"/>
  <p:cmAuthor id="754" name="未知用户262" initials="未" lastIdx="0" clrIdx="753"/>
  <p:cmAuthor id="755" name="未知用户263" initials="未" lastIdx="0" clrIdx="754"/>
  <p:cmAuthor id="756" name="未知用户248" initials="未" lastIdx="0" clrIdx="755"/>
  <p:cmAuthor id="757" name="未知用户249" initials="未" lastIdx="0" clrIdx="756"/>
  <p:cmAuthor id="758" name="未知用户315" initials="未" lastIdx="0" clrIdx="757"/>
  <p:cmAuthor id="759" name="未知用户316" initials="未" lastIdx="0" clrIdx="758"/>
  <p:cmAuthor id="760" name="未知用户317" initials="未" lastIdx="0" clrIdx="759"/>
  <p:cmAuthor id="761" name="未知用户318" initials="未" lastIdx="0" clrIdx="760"/>
  <p:cmAuthor id="762" name="chen hui" initials="c" lastIdx="0" clrIdx="761"/>
  <p:cmAuthor id="763" name="未知用户244" initials="未" lastIdx="0" clrIdx="762"/>
  <p:cmAuthor id="764" name="未知用户322" initials="未" lastIdx="0" clrIdx="763"/>
  <p:cmAuthor id="765" name="未知用户323" initials="未" lastIdx="0" clrIdx="764"/>
  <p:cmAuthor id="766" name="未知用户324" initials="未" lastIdx="0" clrIdx="765"/>
  <p:cmAuthor id="767" name="wangxinhui" initials="w" lastIdx="0" clrIdx="766"/>
  <p:cmAuthor id="768" name="未知用户363" initials="未" lastIdx="0" clrIdx="767"/>
  <p:cmAuthor id="769" name="未知用户459" initials="未" lastIdx="0" clrIdx="768"/>
  <p:cmAuthor id="770" name="未知用户470" initials="未" lastIdx="0" clrIdx="769"/>
  <p:cmAuthor id="771" name="未知用户325" initials="未" lastIdx="0" clrIdx="770"/>
  <p:cmAuthor id="772" name="未知用户326" initials="未" lastIdx="0" clrIdx="771"/>
  <p:cmAuthor id="773" name="未知用户365" initials="未" lastIdx="0" clrIdx="772"/>
  <p:cmAuthor id="774" name="未知用户460" initials="未" lastIdx="0" clrIdx="773"/>
  <p:cmAuthor id="775" name="未知用户366" initials="未" lastIdx="0" clrIdx="774"/>
  <p:cmAuthor id="776" name="未知用户461" initials="未" lastIdx="0" clrIdx="775"/>
  <p:cmAuthor id="777" name="未知用户367" initials="未" lastIdx="0" clrIdx="776"/>
  <p:cmAuthor id="778" name="未知用户462" initials="未" lastIdx="0" clrIdx="777"/>
  <p:cmAuthor id="779" name="未知用户463" initials="未" lastIdx="0" clrIdx="778"/>
  <p:cmAuthor id="780" name="未知用户368" initials="未" lastIdx="0" clrIdx="779"/>
  <p:cmAuthor id="781" name="未知用户464" initials="未" lastIdx="0" clrIdx="780"/>
  <p:cmAuthor id="782" name="未知用户369" initials="未" lastIdx="0" clrIdx="781"/>
  <p:cmAuthor id="783" name="未知用户465" initials="未" lastIdx="0" clrIdx="782"/>
  <p:cmAuthor id="784" name="未知用户466" initials="未" lastIdx="0" clrIdx="783"/>
  <p:cmAuthor id="785" name="未知用户467" initials="未" lastIdx="0" clrIdx="784"/>
  <p:cmAuthor id="786" name="未知用户468" initials="未" lastIdx="0" clrIdx="785"/>
  <p:cmAuthor id="787" name="未知用户426" initials="未" lastIdx="0" clrIdx="786"/>
  <p:cmAuthor id="788" name="未知用户371" initials="未" lastIdx="0" clrIdx="787"/>
  <p:cmAuthor id="789" name="未知用户372" initials="未" lastIdx="0" clrIdx="788"/>
  <p:cmAuthor id="790" name="未知用户373" initials="未" lastIdx="0" clrIdx="789"/>
  <p:cmAuthor id="791" name="未知用户374" initials="未" lastIdx="0" clrIdx="790"/>
  <p:cmAuthor id="792" name="未知用户469" initials="未" lastIdx="0" clrIdx="791"/>
  <p:cmAuthor id="793" name="未知用户427" initials="未" lastIdx="0" clrIdx="792"/>
  <p:cmAuthor id="794" name="未知用户375" initials="未" lastIdx="0" clrIdx="793"/>
  <p:cmAuthor id="795" name="未知用户376" initials="未" lastIdx="0" clrIdx="794"/>
  <p:cmAuthor id="796" name="未知用户377" initials="未" lastIdx="0" clrIdx="795"/>
  <p:cmAuthor id="797" name="未知用户428" initials="未" lastIdx="0" clrIdx="796"/>
  <p:cmAuthor id="798" name="未知用户378" initials="未" lastIdx="0" clrIdx="797"/>
  <p:cmAuthor id="799" name="未知用户379" initials="未" lastIdx="0" clrIdx="798"/>
  <p:cmAuthor id="800" name="未知用户339" initials="未" lastIdx="0" clrIdx="799"/>
  <p:cmAuthor id="801" name="未知用户380" initials="未" lastIdx="0" clrIdx="800"/>
  <p:cmAuthor id="802" name="未知用户381" initials="未" lastIdx="0" clrIdx="801"/>
  <p:cmAuthor id="803" name="未知用户382" initials="未" lastIdx="0" clrIdx="802"/>
  <p:cmAuthor id="804" name="未知用户383" initials="未" lastIdx="0" clrIdx="803"/>
  <p:cmAuthor id="805" name="未知用户384" initials="未" lastIdx="0" clrIdx="804"/>
  <p:cmAuthor id="806" name="未知用户294" initials="未" lastIdx="0" clrIdx="805"/>
  <p:cmAuthor id="807" name="未知用户385" initials="未" lastIdx="0" clrIdx="806"/>
  <p:cmAuthor id="808" name="未知用户386" initials="未" lastIdx="0" clrIdx="807"/>
  <p:cmAuthor id="809" name="未知用户429" initials="未" lastIdx="0" clrIdx="808"/>
  <p:cmAuthor id="810" name="未知用户430" initials="未" lastIdx="0" clrIdx="809"/>
  <p:cmAuthor id="811" name="未知用户389" initials="未" lastIdx="0" clrIdx="810"/>
  <p:cmAuthor id="812" name="未知用户350" initials="未" lastIdx="0" clrIdx="811"/>
  <p:cmAuthor id="813" name="未知用户431" initials="未" lastIdx="0" clrIdx="812"/>
  <p:cmAuthor id="814" name="未知用户351" initials="未" lastIdx="0" clrIdx="813"/>
  <p:cmAuthor id="815" name="未知用户432" initials="未" lastIdx="0" clrIdx="814"/>
  <p:cmAuthor id="816" name="未知用户392" initials="未" lastIdx="0" clrIdx="815"/>
  <p:cmAuthor id="817" name="未知用户433" initials="未" lastIdx="0" clrIdx="816"/>
  <p:cmAuthor id="818" name="未知用户434" initials="未" lastIdx="0" clrIdx="817"/>
  <p:cmAuthor id="819" name="未知用户393" initials="未" lastIdx="0" clrIdx="818"/>
  <p:cmAuthor id="820" name="未知用户435" initials="未" lastIdx="0" clrIdx="819"/>
  <p:cmAuthor id="821" name="未知用户356" initials="未" lastIdx="0" clrIdx="820"/>
  <p:cmAuthor id="822" name="未知用户436" initials="未" lastIdx="0" clrIdx="821"/>
  <p:cmAuthor id="823" name="未知用户396" initials="未" lastIdx="0" clrIdx="822"/>
  <p:cmAuthor id="824" name="未知用户437" initials="未" lastIdx="0" clrIdx="823"/>
  <p:cmAuthor id="825" name="未知用户397" initials="未" lastIdx="0" clrIdx="824"/>
  <p:cmAuthor id="826" name="未知用户419" initials="未" lastIdx="0" clrIdx="825"/>
  <p:cmAuthor id="827" name="未知用户399" initials="未" lastIdx="0" clrIdx="826"/>
  <p:cmAuthor id="828" name="未知用户438" initials="未" lastIdx="0" clrIdx="827"/>
  <p:cmAuthor id="829" name="未知用户401" initials="未" lastIdx="0" clrIdx="828"/>
  <p:cmAuthor id="830" name="未知用户402" initials="未" lastIdx="0" clrIdx="829"/>
  <p:cmAuthor id="831" name="wangyishi (A)" initials="w(" lastIdx="0" clrIdx="830"/>
  <p:cmAuthor id="832" name="未知用户403" initials="未" lastIdx="0" clrIdx="831"/>
  <p:cmAuthor id="833" name="佳慧 戴" initials="佳戴" lastIdx="0" clrIdx="832"/>
  <p:cmAuthor id="834" name="未知用户327" initials="未" lastIdx="0" clrIdx="833"/>
  <p:cmAuthor id="835" name="ZhengShilei" initials="Z" lastIdx="0" clrIdx="834"/>
  <p:cmAuthor id="836" name="未知用户404" initials="未" lastIdx="0" clrIdx="835"/>
  <p:cmAuthor id="837" name="8618608404186" initials="" lastIdx="0" clrIdx="836"/>
  <p:cmAuthor id="838" name="未知用户405" initials="未" lastIdx="0" clrIdx="837"/>
  <p:cmAuthor id="839" name="伟 刘" initials="伟刘" lastIdx="0" clrIdx="838"/>
  <p:cmAuthor id="840" name="未知用户439" initials="未" lastIdx="0" clrIdx="839"/>
  <p:cmAuthor id="841" name="liuzh" initials="l" lastIdx="0" clrIdx="840"/>
  <p:cmAuthor id="842" name="未知用户406" initials="未" lastIdx="0" clrIdx="841"/>
  <p:cmAuthor id="843" name="韩莹莹" initials="韩" lastIdx="0" clrIdx="842"/>
  <p:cmAuthor id="844" name="未知用户440" initials="未" lastIdx="0" clrIdx="843"/>
  <p:cmAuthor id="845" name="未知用户441" initials="未" lastIdx="0" clrIdx="844"/>
  <p:cmAuthor id="846" name="未知用户442" initials="未" lastIdx="0" clrIdx="845"/>
  <p:cmAuthor id="847" name="未知用户409" initials="未" lastIdx="0" clrIdx="846"/>
  <p:cmAuthor id="848" name="王元" initials="R" lastIdx="0" clrIdx="847"/>
  <p:cmAuthor id="849" name="周文_R7fau6bq" initials="authorId_265585642" lastIdx="0" clrIdx="848"/>
  <p:cmAuthor id="850" name="DDDDD" initials="D" lastIdx="0" clrIdx="849"/>
  <p:cmAuthor id="851" name="SuYan" initials="S" lastIdx="0" clrIdx="850"/>
  <p:cmAuthor id="852" name="Jimmy-Power" initials="J" lastIdx="0" clrIdx="851"/>
  <p:cmAuthor id="853" name="罗 罗" initials="罗" lastIdx="0" clrIdx="852"/>
  <p:cmAuthor id="854" name="18603367231@wo.cn" initials="1" lastIdx="0" clrIdx="853"/>
  <p:cmAuthor id="855" name="唐 策" initials="唐" lastIdx="0" clrIdx="854"/>
  <p:cmAuthor id="856" name="陈 云" initials="陈" lastIdx="0" clrIdx="855"/>
  <p:cmAuthor id="857" name="178405028@qq.com" initials="1" lastIdx="0" clrIdx="856"/>
  <p:cmAuthor id="858" name="白钰" initials="白" lastIdx="0" clrIdx="857"/>
  <p:cmAuthor id="859" name="张竞" initials="张" lastIdx="0" clrIdx="858"/>
  <p:cmAuthor id="860" name="陈双华" initials="陈" lastIdx="0" clrIdx="859"/>
  <p:cmAuthor id="861" name="尹泽明" initials="尹" lastIdx="0" clrIdx="860"/>
  <p:cmAuthor id="862" name="朱宁" initials="朱" lastIdx="0" clrIdx="861"/>
  <p:cmAuthor id="863" name="wuyh501" initials="w" lastIdx="0" clrIdx="862"/>
  <p:cmAuthor id="864" name="曾楚轩" initials="曾" lastIdx="0" clrIdx="863"/>
  <p:cmAuthor id="865" name="shenyw18" initials="s" lastIdx="0" clrIdx="864"/>
  <p:cmAuthor id="866" name="魏天伟" initials="魏" lastIdx="0" clrIdx="865"/>
  <p:cmAuthor id="867" name="guojingwen1" initials="g" lastIdx="0" clrIdx="866"/>
  <p:cmAuthor id="868" name="郭胜飞" initials="郭" lastIdx="0" clrIdx="867"/>
  <p:cmAuthor id="869" name="86156" initials="8" lastIdx="0" clrIdx="868"/>
  <p:cmAuthor id="870" name="nature_emInFJF7" initials="authorId_313163542" lastIdx="0" clrIdx="869"/>
  <p:cmAuthor id="871" name="杨思思_VNjyvY7j" initials="authorId_430925712" lastIdx="0" clrIdx="870"/>
  <p:cmAuthor id="872" name="进 揭" initials="进" lastIdx="0" clrIdx="871"/>
  <p:cmAuthor id="873" name="10015046" initials="1" lastIdx="0" clrIdx="872"/>
  <p:cmAuthor id="874" name="未知用户224" initials="未" lastIdx="0" clrIdx="873"/>
  <p:cmAuthor id="875" name="未知用户259" initials="未" lastIdx="0" clrIdx="874"/>
  <p:cmAuthor id="876" name="未知用户270" initials="未" lastIdx="0" clrIdx="875"/>
  <p:cmAuthor id="877" name="Nero" initials="N" lastIdx="0" clrIdx="876"/>
  <p:cmAuthor id="878" name="yifan song" initials="y" lastIdx="0" clrIdx="877"/>
  <p:cmAuthor id="879" name="莊安君" initials="莊" lastIdx="0" clrIdx="878"/>
  <p:cmAuthor id="880" name="陳建璋" initials="陳" lastIdx="0" clrIdx="879"/>
  <p:cmAuthor id="881" name="建璋" initials="建" lastIdx="0" clrIdx="880"/>
  <p:cmAuthor id="882" name="77482" initials="7" lastIdx="0" clrIdx="881"/>
  <p:cmAuthor id="883" name="未知用户265" initials="未" lastIdx="0" clrIdx="882"/>
  <p:cmAuthor id="884" name="未知用户267" initials="未" lastIdx="0" clrIdx="883"/>
  <p:cmAuthor id="885" name="liuxie" initials="l" lastIdx="0" clrIdx="884"/>
  <p:cmAuthor id="886" name="未知用户241" initials="未" lastIdx="0" clrIdx="885"/>
  <p:cmAuthor id="887" name="未知用户242" initials="未" lastIdx="0" clrIdx="886"/>
  <p:cmAuthor id="888" name="未知用户227" initials="未" lastIdx="0" clrIdx="887"/>
  <p:cmAuthor id="889" name="未知用户298" initials="未" lastIdx="0" clrIdx="888"/>
  <p:cmAuthor id="890" name="未知用户299" initials="未" lastIdx="0" clrIdx="889"/>
  <p:cmAuthor id="891" name="未知用户302" initials="未" lastIdx="0" clrIdx="890"/>
  <p:cmAuthor id="892" name="許詩婕" initials="許" lastIdx="0" clrIdx="891"/>
  <p:cmAuthor id="893" name="minil" initials="m" lastIdx="0" clrIdx="892"/>
  <p:cmAuthor id="894" name="15106" initials="1" lastIdx="0" clrIdx="893"/>
  <p:cmAuthor id="895" name="Zhu, Hawk" initials="Z" lastIdx="0" clrIdx="894"/>
  <p:cmAuthor id="896" name="tanjp" initials="t" lastIdx="0" clrIdx="895"/>
  <p:cmAuthor id="897" name="YS" initials="Y" lastIdx="0" clrIdx="896"/>
  <p:cmAuthor id="898" name="Jdi" initials="J" lastIdx="0" clrIdx="897"/>
  <p:cmAuthor id="899" name="未知用户337" initials="未" lastIdx="0" clrIdx="898"/>
  <p:cmAuthor id="900" name="未知用户239" initials="未" lastIdx="0" clrIdx="899"/>
  <p:cmAuthor id="901" name="chenmh" initials="c" lastIdx="0" clrIdx="900"/>
  <p:cmAuthor id="902" name="CVTEr" initials="C" lastIdx="0" clrIdx="901"/>
  <p:cmAuthor id="903" name="June C" initials="J" lastIdx="0" clrIdx="902"/>
  <p:cmAuthor id="904" name="00270" initials="0" lastIdx="0" clrIdx="903"/>
  <p:cmAuthor id="905" name="IBM_USER" initials="I" lastIdx="0" clrIdx="904"/>
  <p:cmAuthor id="906" name="shinevin liu" initials="s" lastIdx="0" clrIdx="905"/>
  <p:cmAuthor id="907" name="Davidpeng" initials="D" lastIdx="0" clrIdx="906"/>
  <p:cmAuthor id="908" name="dbc" initials="d" lastIdx="0" clrIdx="907"/>
  <p:cmAuthor id="909" name="吴军影" initials="吴" lastIdx="0" clrIdx="908"/>
  <p:cmAuthor id="910" name="冯学沛" initials="冯" lastIdx="0" clrIdx="909"/>
  <p:cmAuthor id="911" name="杨 超" initials="杨" lastIdx="0" clrIdx="910"/>
  <p:cmAuthor id="912" name="Rex" initials="R" lastIdx="0" clrIdx="911"/>
  <p:cmAuthor id="913" name="陳珮琪" initials="陳珮琪" lastIdx="0" clrIdx="912"/>
  <p:cmAuthor id="914" name="Tome" initials="T" lastIdx="0" clrIdx="913"/>
  <p:cmAuthor id="915" name="Stacy Chiang" initials="S" lastIdx="0" clrIdx="914"/>
  <p:cmAuthor id="916" name="未知用户276" initials="未" lastIdx="0" clrIdx="915"/>
  <p:cmAuthor id="917" name="linjs26" initials="l" lastIdx="0" clrIdx="916"/>
  <p:cmAuthor id="918" name="张心怡" initials="张" lastIdx="0" clrIdx="917"/>
  <p:cmAuthor id="919" name="艾启明" initials="A" lastIdx="0" clrIdx="918"/>
  <p:cmAuthor id="920" name="Liangdp" initials="L" lastIdx="0" clrIdx="919"/>
  <p:cmAuthor id="921" name="lit53" initials="l" lastIdx="0" clrIdx="920"/>
  <p:cmAuthor id="922" name="huangyx39" initials="h" lastIdx="0" clrIdx="921"/>
  <p:cmAuthor id="923" name="冯芳" initials="冯" lastIdx="0" clrIdx="922"/>
  <p:cmAuthor id="924" name="WPS_1668222346" initials="W" lastIdx="0" clrIdx="923"/>
  <p:cmAuthor id="925" name="晶" initials="晶" lastIdx="0" clrIdx="924"/>
  <p:cmAuthor id="926" name="国家一级注册小仙女®" initials="国" lastIdx="0" clrIdx="925"/>
  <p:cmAuthor id="927" name="nyks" initials="n" lastIdx="0" clrIdx="926"/>
  <p:cmAuthor id="928" name="张宇" initials="张" lastIdx="0" clrIdx="927"/>
  <p:cmAuthor id="929" name="duzl0" initials="d" lastIdx="0" clrIdx="928"/>
  <p:cmAuthor id="930" name="牛紫薇" initials="牛" lastIdx="0" clrIdx="929"/>
  <p:cmAuthor id="931" name="FIREWORKS" initials="F" lastIdx="0" clrIdx="930"/>
  <p:cmAuthor id="932" name="尚磊" initials="尚" lastIdx="0" clrIdx="931"/>
  <p:cmAuthor id="933" name="jadeite" initials="j" lastIdx="0" clrIdx="932"/>
  <p:cmAuthor id="934" name="俊呈 賴" initials="俊" lastIdx="0" clrIdx="933"/>
  <p:cmAuthor id="935" name="Steve" initials="S" lastIdx="0" clrIdx="934"/>
  <p:cmAuthor id="936" name="李红" initials="李" lastIdx="0" clrIdx="935"/>
  <p:cmAuthor id="937" name="碳酸 碳酸" initials="碳碳" lastIdx="0" clrIdx="936"/>
  <p:cmAuthor id="938" name="time killer" initials="t" lastIdx="0" clrIdx="937"/>
  <p:cmAuthor id="939" name="billow.jen" initials="b" lastIdx="0" clrIdx="938"/>
  <p:cmAuthor id="940" name="成思远" initials="成" lastIdx="0" clrIdx="939"/>
  <p:cmAuthor id="941" name="丰先生" initials="丰" lastIdx="0" clrIdx="940"/>
  <p:cmAuthor id="942" name="王皓天" initials="A" lastIdx="0" clrIdx="941"/>
  <p:cmAuthor id="943" name="dongxin" initials="d" lastIdx="0" clrIdx="942"/>
  <p:cmAuthor id="944" name="晴朗天空" initials="晴" lastIdx="0" clrIdx="943"/>
  <p:cmAuthor id="945" name="Owner" initials="O" lastIdx="0" clrIdx="944"/>
  <p:cmAuthor id="946" name="刘泽思" initials="刘" lastIdx="0" clrIdx="945"/>
  <p:cmAuthor id="947" name="谢海明" initials="谢" lastIdx="0" clrIdx="946"/>
  <p:cmAuthor id="948" name="Julia Jia" initials="J" lastIdx="0" clrIdx="947"/>
  <p:cmAuthor id="949" name="类" initials="类" lastIdx="0" clrIdx="948"/>
  <p:cmAuthor id="950" name="文斌" initials="文" lastIdx="0" clrIdx="949"/>
  <p:cmAuthor id="951" name="段甜甜" initials="段" lastIdx="0" clrIdx="950"/>
  <p:cmAuthor id="952" name="aa" initials="a" lastIdx="0" clrIdx="951"/>
  <p:cmAuthor id="953" name="10023731" initials="1" lastIdx="0" clrIdx="952"/>
  <p:cmAuthor id="954" name="10285279" initials="1" lastIdx="0" clrIdx="953"/>
  <p:cmAuthor id="955" name="marmot" initials="m" lastIdx="0" clrIdx="954"/>
  <p:cmAuthor id="956" name="10329322" initials="1" lastIdx="0" clrIdx="955"/>
  <p:cmAuthor id="957" name="邱倩琳" initials="邱" lastIdx="0" clrIdx="956"/>
  <p:cmAuthor id="958" name="刘浩" initials="刘" lastIdx="0" clrIdx="957"/>
  <p:cmAuthor id="959" name="ADMIN" initials="A" lastIdx="0" clrIdx="958"/>
  <p:cmAuthor id="960" name="吴萌" initials="吴" lastIdx="0" clrIdx="959"/>
  <p:cmAuthor id="961" name="任龙飞" initials="任" lastIdx="0" clrIdx="960"/>
  <p:cmAuthor id="962" name="WPS_1580452479" initials="W" lastIdx="0" clrIdx="961"/>
  <p:cmAuthor id="963" name="陈豪" initials="陈" lastIdx="0" clrIdx="962"/>
  <p:cmAuthor id="964" name="lijx73" initials="l" lastIdx="0" clrIdx="963"/>
  <p:cmAuthor id="965" name="QMY" initials="Q" lastIdx="0" clrIdx="964"/>
  <p:cmAuthor id="966" name="liuc211" initials="l" lastIdx="0" clrIdx="965"/>
  <p:cmAuthor id="967" name="磊 陈" initials="磊陈" lastIdx="0" clrIdx="966"/>
  <p:cmAuthor id="968" name="Renoir" initials="R" lastIdx="0" clrIdx="967"/>
  <p:cmAuthor id="969" name="草长莺飞" initials="草" lastIdx="0" clrIdx="968"/>
  <p:cmAuthor id="970" name="Endless" initials="E" lastIdx="0" clrIdx="969"/>
  <p:cmAuthor id="971" name="apple" initials="a" lastIdx="0" clrIdx="970"/>
  <p:cmAuthor id="972" name="Vivian Liu" initials="VL" lastIdx="0" clrIdx="971"/>
  <p:cmAuthor id="973" name="cf" initials="c" lastIdx="0" clrIdx="972"/>
  <p:cmAuthor id="974" name="未知用户471" initials="未" lastIdx="0" clrIdx="973"/>
  <p:cmAuthor id="975" name="未知用户475" initials="未" lastIdx="0" clrIdx="974"/>
  <p:cmAuthor id="976" name="未知用户488" initials="未" lastIdx="0" clrIdx="975"/>
  <p:cmAuthor id="977" name="未知用户477" initials="未" lastIdx="0" clrIdx="976"/>
  <p:cmAuthor id="978" name="未知用户480" initials="未" lastIdx="0" clrIdx="977"/>
  <p:cmAuthor id="979" name="未知用户481" initials="未" lastIdx="0" clrIdx="978"/>
  <p:cmAuthor id="980" name="未知用户486" initials="未" lastIdx="0" clrIdx="979"/>
  <p:cmAuthor id="981" name="YY" initials="Y" lastIdx="0" clrIdx="980"/>
  <p:cmAuthor id="982" name="张百峰" initials="张" lastIdx="0" clrIdx="981"/>
  <p:cmAuthor id="983" name="yan冰" initials="y" lastIdx="0" clrIdx="982"/>
  <p:cmAuthor id="984" name="新泉" initials="新" lastIdx="0" clrIdx="983"/>
  <p:cmAuthor id="985" name="WPS_1700532929" initials="W" lastIdx="0" clrIdx="984"/>
  <p:cmAuthor id="986" name="王 成岩" initials="王" lastIdx="0" clrIdx="985"/>
  <p:cmAuthor id="987" name="陶夏溦" initials="陶夏溦" lastIdx="0" clrIdx="986"/>
  <p:cmAuthor id="988" name="WPS_1735520906" initials="W" lastIdx="0" clrIdx="987"/>
  <p:cmAuthor id="989" name="XiaoMing" initials="X" lastIdx="0" clrIdx="988"/>
  <p:cmAuthor id="990" name="八步" initials="八" lastIdx="0" clrIdx="989"/>
  <p:cmAuthor id="991" name="王红智" initials="王" lastIdx="0" clrIdx="990"/>
  <p:cmAuthor id="992" name="小邪" initials="小" lastIdx="0" clrIdx="991"/>
  <p:cmAuthor id="993" name="irina_s" initials="i" lastIdx="0" clrIdx="992"/>
  <p:cmAuthor id="994" name="丫头" initials="丫" lastIdx="0" clrIdx="993"/>
  <p:cmAuthor id="995" name="杨登杰" initials="杨" lastIdx="0" clrIdx="994"/>
  <p:cmAuthor id="996" name="张其濛" initials="张" lastIdx="0" clrIdx="995"/>
  <p:cmAuthor id="997" name="杨君" initials="杨" lastIdx="0" clrIdx="996"/>
  <p:cmAuthor id="998" name="Lee" initials="L" lastIdx="0" clrIdx="997"/>
  <p:cmAuthor id="999" name="WPS_1679281038" initials="W" lastIdx="0" clrIdx="998"/>
  <p:cmAuthor id="1000" name="节潇" initials="节" lastIdx="0" clrIdx="999"/>
  <p:cmAuthor id="1001" name="黄金超" initials="黄" lastIdx="0" clrIdx="1000"/>
  <p:cmAuthor id="1002" name="城" initials="城" lastIdx="0" clrIdx="1001"/>
  <p:cmAuthor id="1003" name="奇" initials="奇" lastIdx="0" clrIdx="1002"/>
  <p:cmAuthor id="1004" name="momo" initials="m" lastIdx="0" clrIdx="1003"/>
  <p:cmAuthor id="1005" name="李渝" initials="李" lastIdx="0" clrIdx="1004"/>
  <p:cmAuthor id="1006" name="刘" initials="刘" lastIdx="0" clrIdx="1005"/>
  <p:cmAuthor id="1007" name="♡汤圆♪" initials="♡" lastIdx="0" clrIdx="1006"/>
  <p:cmAuthor id="1008" name="刘智鹏" initials="刘" lastIdx="0" clrIdx="1007"/>
  <p:cmAuthor id="1009" name="安" initials="安" lastIdx="0" clrIdx="1008"/>
  <p:cmAuthor id="1010" name="LeonLin" initials="L" lastIdx="0" clrIdx="1009"/>
  <p:cmAuthor id="1011" name="mystic" initials="m" lastIdx="0" clrIdx="1010"/>
  <p:cmAuthor id="1012" name="大耳朵" initials="大" lastIdx="0" clrIdx="1011"/>
  <p:cmAuthor id="1013" name="施俊" initials="施" lastIdx="0" clrIdx="1012"/>
  <p:cmAuthor id="1014" name="三无产品手工作坊" initials="三" lastIdx="0" clrIdx="1013"/>
  <p:cmAuthor id="1015" name="Mars.T" initials="M" lastIdx="0" clrIdx="1014"/>
  <p:cmAuthor id="1016" name="lb d" initials="ld" lastIdx="0" clrIdx="1015"/>
  <p:cmAuthor id="1017" name="Ronnie" initials="R" lastIdx="0" clrIdx="1016"/>
  <p:cmAuthor id="1018" name="刘津" initials="刘" lastIdx="0" clrIdx="1017"/>
  <p:cmAuthor id="1019" name="llm" initials="1" lastIdx="0" clrIdx="1018"/>
  <p:cmAuthor id="1020" name="陈礼波" initials="陈" lastIdx="0" clrIdx="1019"/>
  <p:cmAuthor id="1021" name="汤善朋" initials="汤" lastIdx="0" clrIdx="1020"/>
  <p:cmAuthor id="1022" name="zr zhang" initials="zz" lastIdx="0" clrIdx="1021"/>
  <p:cmAuthor id="1023" name="tsc" initials="l" lastIdx="0" clrIdx="1022"/>
  <p:cmAuthor id="1024" name="暴躁火柴人" initials="暴" lastIdx="0" clrIdx="1023"/>
  <p:cmAuthor id="1025" name="陈光" initials="陈" lastIdx="0" clrIdx="1024"/>
  <p:cmAuthor id="1026" name="余佳" initials="余" lastIdx="0" clrIdx="1025"/>
  <p:cmAuthor id="1027" name="Hw111" initials="H" lastIdx="0" clrIdx="1026"/>
  <p:cmAuthor id="1028" name="段立兵" initials="段" lastIdx="0" clrIdx="1027"/>
  <p:cmAuthor id="1029" name="Jane" initials="u" lastIdx="0" clrIdx="1028"/>
  <p:cmAuthor id="1030" name="张小梅" initials="张" lastIdx="0" clrIdx="1029"/>
  <p:cmAuthor id="1031" name="李佳杭" initials="李" lastIdx="0" clrIdx="1030"/>
  <p:cmAuthor id="1032" name="Lily" initials="L" lastIdx="0" clrIdx="1031"/>
  <p:cmAuthor id="1033" name="薛明" initials="一" lastIdx="0" clrIdx="1032"/>
  <p:cmAuthor id="1034" name="赵宁" initials="zn" lastIdx="0" clrIdx="1033"/>
  <p:cmAuthor id="1035" name="企业用户_1424318118" initials="企" lastIdx="0" clrIdx="1034"/>
  <p:cmAuthor id="1036" name="QQH" initials="QQH" lastIdx="0" clrIdx="1035"/>
  <p:cmAuthor id="1037" name="天山老幺" initials="天" lastIdx="0" clrIdx="1036"/>
  <p:cmAuthor id="1038" name="光明" initials="光" lastIdx="0" clrIdx="1037"/>
  <p:cmAuthor id="1039" name="fish" initials="f" lastIdx="0" clrIdx="1038"/>
  <p:cmAuthor id="1040" name="xy" initials="x" lastIdx="0" clrIdx="1039"/>
  <p:cmAuthor id="1041" name="Sabrina" initials="S" lastIdx="0" clrIdx="1040"/>
  <p:cmAuthor id="1042" name="梦" initials="梦" lastIdx="0" clrIdx="1041"/>
  <p:cmAuthor id="1043" name="mark" initials="m" lastIdx="0" clrIdx="1042"/>
  <p:cmAuthor id="1044" name="liuyali" initials="l" lastIdx="0" clrIdx="1043"/>
  <p:cmAuthor id="1045" name="lina_" initials="l" lastIdx="0" clrIdx="1044"/>
  <p:cmAuthor id="1046" name="纯粹" initials="纯" lastIdx="0" clrIdx="1045"/>
  <p:cmAuthor id="1047" name="大白 " initials="大" lastIdx="0" clrIdx="1046"/>
  <p:cmAuthor id="1048" name="HJ_李伟真" initials="H" lastIdx="0" clrIdx="1047"/>
  <p:cmAuthor id="1049" name="fluxay" initials="f" lastIdx="0" clrIdx="1048"/>
  <p:cmAuthor id="1050" name="刘 姝" initials="刘" lastIdx="0" clrIdx="1049"/>
  <p:cmAuthor id="1051" name="樊 现静" initials="樊" lastIdx="0" clrIdx="1050"/>
  <p:cmAuthor id="1052" name="如斯" initials="如" lastIdx="0" clrIdx="1051"/>
  <p:cmAuthor id="1053" name="59626" initials="5" lastIdx="0" clrIdx="1052"/>
  <p:cmAuthor id="1054" name="陈谦" initials="陈" lastIdx="0" clrIdx="1053"/>
  <p:cmAuthor id="1055" name="曹雪" initials="曹" lastIdx="0" clrIdx="1054"/>
  <p:cmAuthor id="1056" name="10743" initials="1" lastIdx="0" clrIdx="1055"/>
  <p:cmAuthor id="1057" name="T480" initials="T" lastIdx="0" clrIdx="1056"/>
  <p:cmAuthor id="1058" name="WPS_1724045767" initials="W" lastIdx="0" clrIdx="1057"/>
  <p:cmAuthor id="1059" name="GR" initials="G" lastIdx="0" clrIdx="1058"/>
  <p:cmAuthor id="1060" name="黄慧" initials="黄" lastIdx="0" clrIdx="1059"/>
  <p:cmAuthor id="1061" name="小荣" initials="小" lastIdx="0" clrIdx="1060"/>
  <p:cmAuthor id="1062" name="吴旭珍" initials="吴" lastIdx="0" clrIdx="1061"/>
  <p:cmAuthor id="1063" name="赵静" initials="赵" lastIdx="0" clrIdx="1062"/>
  <p:cmAuthor id="1064" name="田鑫" initials="田" lastIdx="0" clrIdx="1063"/>
  <p:cmAuthor id="1065" name="seki" initials="s" lastIdx="0" clrIdx="1064"/>
  <p:cmAuthor id="1066" name="90594" initials="9" lastIdx="0" clrIdx="1065"/>
  <p:cmAuthor id="1067" name="郝锦涛" initials="郝" lastIdx="0" clrIdx="1066"/>
  <p:cmAuthor id="1068" name="贾瑞" initials="贾" lastIdx="0" clrIdx="1067"/>
  <p:cmAuthor id="1069" name="CaoMi" initials="C" lastIdx="0" clrIdx="1068"/>
  <p:cmAuthor id="1070" name="00103907" initials="0" lastIdx="0" clrIdx="1069"/>
  <p:cmAuthor id="1071" name="张文栓" initials="张" lastIdx="0" clrIdx="1070"/>
  <p:cmAuthor id="1072" name="qwh" initials="q" lastIdx="0" clrIdx="1071"/>
  <p:cmAuthor id="1073" name="zengyong" initials="z" lastIdx="0" clrIdx="1072"/>
  <p:cmAuthor id="1074" name="38113" initials="3" lastIdx="0" clrIdx="1073"/>
  <p:cmAuthor id="1075" name="王颖" initials="王" lastIdx="0" clrIdx="1074"/>
  <p:cmAuthor id="1076" name="yq_yaoxin@bj.cmcc" initials="y" lastIdx="0" clrIdx="1075"/>
  <p:cmAuthor id="1077" name="胡雅静" initials="胡" lastIdx="0" clrIdx="1076"/>
  <p:cmAuthor id="1078" name="10009993" initials="1" lastIdx="0" clrIdx="1077"/>
  <p:cmAuthor id="1079" name="联通杨艳" initials="联" lastIdx="0" clrIdx="1078"/>
  <p:cmAuthor id="1080" name="MM" initials="M" lastIdx="0" clrIdx="1079"/>
  <p:cmAuthor id="1081" name="未知用户220" initials="未" lastIdx="0" clrIdx="1080"/>
  <p:cmAuthor id="1082" name="zhuzy" initials="z" lastIdx="0" clrIdx="1081"/>
  <p:cmAuthor id="1083" name="00332340" initials="0" lastIdx="0" clrIdx="1082"/>
  <p:cmAuthor id="1084" name="10181267" initials="1" lastIdx="0" clrIdx="1083"/>
  <p:cmAuthor id="1085" name="10278788" initials="1" lastIdx="0" clrIdx="1084"/>
  <p:cmAuthor id="1086" name="10108380" initials="1" lastIdx="0" clrIdx="1085"/>
  <p:cmAuthor id="1087" name="未知用户240" initials="未" lastIdx="0" clrIdx="1086"/>
  <p:cmAuthor id="1088" name="10036782" initials="1" lastIdx="0" clrIdx="1087"/>
  <p:cmAuthor id="1089" name="董艺萱00344473" initials="董" lastIdx="0" clrIdx="1088"/>
  <p:cmAuthor id="1090" name="10076178" initials="1" lastIdx="0" clrIdx="1089"/>
  <p:cmAuthor id="1091" name="10145512" initials="1" lastIdx="0" clrIdx="1090"/>
  <p:cmAuthor id="1092" name="10169602" initials="1" lastIdx="0" clrIdx="1091"/>
  <p:cmAuthor id="1093" name="00158845" initials="0" lastIdx="0" clrIdx="1092"/>
  <p:cmAuthor id="1094" name="19056" initials="1" lastIdx="0" clrIdx="1093"/>
  <p:cmAuthor id="1095" name="ZTE" initials="Z" lastIdx="0" clrIdx="1094"/>
  <p:cmAuthor id="1096" name="10078316" initials="1" lastIdx="0" clrIdx="1095"/>
  <p:cmAuthor id="1097" name="未知用户490" initials="未" lastIdx="0" clrIdx="1096"/>
  <p:cmAuthor id="1098" name="10096786" initials="1" lastIdx="0" clrIdx="1097"/>
  <p:cmAuthor id="1099" name="00242950" initials="0" lastIdx="0" clrIdx="1098"/>
  <p:cmAuthor id="1100" name="10054361" initials="1" lastIdx="0" clrIdx="1099"/>
  <p:cmAuthor id="1101" name="10225611" initials="1" lastIdx="0" clrIdx="1100"/>
  <p:cmAuthor id="1102" name="10207204" initials="1" lastIdx="0" clrIdx="1101"/>
  <p:cmAuthor id="1103" name="10116818" initials="1" lastIdx="0" clrIdx="1102"/>
  <p:cmAuthor id="1104" name="林诚亮|linchengliang" initials="林" lastIdx="0" clrIdx="1103"/>
  <p:cmAuthor id="1105" name="未知的使用者89" initials="未" lastIdx="0" clrIdx="1104"/>
  <p:cmAuthor id="1106" name="10216996" initials="1" lastIdx="0" clrIdx="1105"/>
  <p:cmAuthor id="1107" name="红旗的理想" initials="红" lastIdx="0" clrIdx="1106"/>
  <p:cmAuthor id="1108" name="shq316" initials="s" lastIdx="0" clrIdx="1107"/>
  <p:cmAuthor id="1109" name="shq316@vod365.com" initials="s" lastIdx="0" clrIdx="1108"/>
  <p:cmAuthor id="1110" name="yang fengyu" initials="y" lastIdx="0" clrIdx="1109"/>
  <p:cmAuthor id="1111" name="00047934" initials="0" lastIdx="0" clrIdx="1110"/>
  <p:cmAuthor id="1112" name="10270505" initials="1" lastIdx="0" clrIdx="1111"/>
  <p:cmAuthor id="1113" name="10129659" initials="1" lastIdx="0" clrIdx="1112"/>
  <p:cmAuthor id="1114" name="黄百成_m6Jjq6bQ" initials="黄" lastIdx="0" clrIdx="1113"/>
  <p:cmAuthor id="1115" name="0279000012" initials="0" lastIdx="0" clrIdx="1114"/>
  <p:cmAuthor id="1116" name="huliujun-LN" initials="h" lastIdx="0" clrIdx="1115"/>
  <p:cmAuthor id="1117" name="刘牧洲" initials="刘" lastIdx="0" clrIdx="1116"/>
  <p:cmAuthor id="1118" name="金倩玉" initials="金" lastIdx="0" clrIdx="1117"/>
  <p:cmAuthor id="1119" name="傅文琦" initials="傅" lastIdx="0" clrIdx="1118"/>
  <p:cmAuthor id="1120" name="玉米馒头" initials="玉" lastIdx="0" clrIdx="1119"/>
  <p:cmAuthor id="1121" name="sylvi" initials="s" lastIdx="0" clrIdx="1120"/>
  <p:cmAuthor id="1122" name="SJ" initials="S" lastIdx="0" clrIdx="1121"/>
  <p:cmAuthor id="1123" name="10161768" initials="1" lastIdx="0" clrIdx="1122"/>
  <p:cmAuthor id="1124" name="Yangbaogang" initials="Y" lastIdx="0" clrIdx="1123"/>
  <p:cmAuthor id="1125" name="咲" initials="咲" lastIdx="0" clrIdx="1124"/>
  <p:cmAuthor id="1126" name="Michael&amp;Echo" initials="M" lastIdx="0" clrIdx="1125"/>
  <p:cmAuthor id="1127" name="海风~~" initials="海" lastIdx="0" clrIdx="1126"/>
  <p:cmAuthor id="1128" name="gaojl61" initials="g" lastIdx="0" clrIdx="1127"/>
  <p:cmAuthor id="1129" name="朵朵" initials="朵" lastIdx="0" clrIdx="1128"/>
  <p:cmAuthor id="1130" name="吴帅" initials="wus" lastIdx="0" clrIdx="1129"/>
  <p:cmAuthor id="1131" name="Bay" initials="B" lastIdx="0" clrIdx="1130"/>
  <p:cmAuthor id="1132" name="unicom412" initials="u" lastIdx="0" clrIdx="1131"/>
  <p:cmAuthor id="1133" name="刘莎_Rnie2Mv6" initials="authorId_1390812686" lastIdx="0" clrIdx="1132"/>
  <p:cmAuthor id="1134" name="董耘_um22zMFb" initials="authorId_1461203234" lastIdx="0" clrIdx="1133"/>
  <p:cmAuthor id="1135" name="廖一明" initials="廖一明" lastIdx="0" clrIdx="1134"/>
  <p:cmAuthor id="1136" name="朗 月" initials="朗" lastIdx="0" clrIdx="1135"/>
  <p:cmAuthor id="1137" name="烬飞默途" initials="烬" lastIdx="0" clrIdx="1136"/>
  <p:cmAuthor id="1138" name="阿勇" initials="阿" lastIdx="0" clrIdx="1137"/>
  <p:cmAuthor id="1139" name="10010178" initials="1" lastIdx="0" clrIdx="1138"/>
  <p:cmAuthor id="1140" name="10081076" initials="1" lastIdx="0" clrIdx="1139"/>
  <p:cmAuthor id="1141" name="10158184" initials="1" lastIdx="0" clrIdx="1140"/>
  <p:cmAuthor id="1142" name="00159163" initials="0" lastIdx="0" clrIdx="1141"/>
  <p:cmAuthor id="1143" name="牛草源" initials="牛" lastIdx="0" clrIdx="1142"/>
  <p:cmAuthor id="1144" name="徐秀" initials="徐" lastIdx="0" clrIdx="1143"/>
  <p:cmAuthor id="1145" name="zhuhong" initials="z" lastIdx="0" clrIdx="1144"/>
  <p:cmAuthor id="1146" name="zqsgs" initials="z" lastIdx="0" clrIdx="1145"/>
  <p:cmAuthor id="1147" name="孔德旺" initials="孔" lastIdx="0" clrIdx="1146"/>
  <p:cmAuthor id="1148" name="WPS_1655667131" initials="W" lastIdx="0" clrIdx="1147"/>
  <p:cmAuthor id="1149" name="KwongChi" initials="K" lastIdx="0" clrIdx="1148"/>
  <p:cmAuthor id="1150" name="GBL" initials="G" lastIdx="0" clrIdx="1149"/>
  <p:cmAuthor id="1151" name="JIANG QUN" initials="J" lastIdx="0" clrIdx="1150"/>
  <p:cmAuthor id="1152" name="寒枫" initials="寒" lastIdx="0" clrIdx="1151"/>
  <p:cmAuthor id="1153" name="史良" initials="史" lastIdx="0" clrIdx="1152"/>
  <p:cmAuthor id="1154" name="范晓波" initials="范" lastIdx="0" clrIdx="1153"/>
  <p:cmAuthor id="1155" name="雷迎颖" initials="雷" lastIdx="0" clrIdx="1154"/>
  <p:cmAuthor id="1156" name="小川/ka" initials="小" lastIdx="0" clrIdx="1155"/>
  <p:cmAuthor id="1157" name="小帅" initials="小" lastIdx="0" clrIdx="1156"/>
  <p:cmAuthor id="1158" name="sk" initials="s" lastIdx="0" clrIdx="1157"/>
  <p:cmAuthor id="1159" name="佳" initials="佳" lastIdx="0" clrIdx="1158"/>
  <p:cmAuthor id="1160" name="zhouzaihuan" initials="z" lastIdx="0" clrIdx="1159"/>
  <p:cmAuthor id="1161" name="Zhangjiayi(Eason,GD NATD)" initials="ZN" lastIdx="0" clrIdx="1160"/>
  <p:cmAuthor id="1162" name="梅婷" initials="梅" lastIdx="0" clrIdx="1161"/>
  <p:cmAuthor id="1163" name="10008523" initials="1" lastIdx="0" clrIdx="1162"/>
  <p:cmAuthor id="1164" name="10100374" initials="1" lastIdx="0" clrIdx="1163"/>
  <p:cmAuthor id="1165" name="Cpic" initials="C" lastIdx="0" clrIdx="1164"/>
  <p:cmAuthor id="1166" name="10035857" initials="1" lastIdx="0" clrIdx="1165"/>
  <p:cmAuthor id="1167" name="二郎要读书" initials="二" lastIdx="0" clrIdx="1166"/>
  <p:cmAuthor id="1168" name="duxingge" initials="d" lastIdx="0" clrIdx="1167"/>
  <p:cmAuthor id="1169" name="amyzhang" initials="a" lastIdx="0" clrIdx="1168"/>
  <p:cmAuthor id="1170" name="JerryW" initials="J" lastIdx="0" clrIdx="1169"/>
  <p:cmAuthor id="1171" name="刘笑" initials="刘" lastIdx="0" clrIdx="1170"/>
  <p:cmAuthor id="1172" name="js-王美婧" initials="j" lastIdx="0" clrIdx="1171"/>
  <p:cmAuthor id="1173" name="金旺" initials="金旺" lastIdx="0" clrIdx="1172"/>
  <p:cmAuthor id="1174" name="袁毓蔓" initials="袁" lastIdx="0" clrIdx="1173"/>
  <p:cmAuthor id="1175" name="烦" initials="烦" lastIdx="0" clrIdx="1174"/>
  <p:cmAuthor id="1176" name="hyman" initials="h" lastIdx="0" clrIdx="1175"/>
  <p:cmAuthor id="1177" name="羽卉w" initials="羽" lastIdx="0" clrIdx="1176"/>
  <p:cmAuthor id="1178" name="杨丽" initials="LY" lastIdx="0" clrIdx="1177"/>
  <p:cmAuthor id="1179" name="Iris YuanGao" initials="irgao" lastIdx="0" clrIdx="1178"/>
  <p:cmAuthor id="1180" name="Administrator" initials="A" lastIdx="0" clrIdx="1179"/>
  <p:cmAuthor id="1181" name="孙艺" initials="孙" lastIdx="0" clrIdx="1180"/>
  <p:cmAuthor id="1182" name="BAIXX11" initials="W用" lastIdx="0" clrIdx="1181"/>
  <p:cmAuthor id="1183" name="赵晨斌" initials="赵" lastIdx="0" clrIdx="1182"/>
  <p:cmAuthor id="1184" name="shi jinuyu" initials="sj" lastIdx="0" clrIdx="1183"/>
  <p:cmAuthor id="1185" name="unilabs" initials="u" lastIdx="0" clrIdx="1184"/>
  <p:cmAuthor id="1186" name="ccb" initials="c" lastIdx="0" clrIdx="1185"/>
  <p:cmAuthor id="1187" name="sx_xuzx" initials="s" lastIdx="0" clrIdx="1186"/>
  <p:cmAuthor id="1188" name="Roet-Reinking, Nathalie" initials="R" lastIdx="0" clrIdx="1187"/>
  <p:cmAuthor id="1189" name="Redeker, Yolanda" initials="R" lastIdx="0" clrIdx="1188"/>
  <p:cmAuthor id="1190" name="Tseng, Melanie" initials="T" lastIdx="0" clrIdx="1189"/>
  <p:cmAuthor id="1191" name="杨素雯" initials="杨" lastIdx="0" clrIdx="1190"/>
  <p:cmAuthor id="1192" name="Tao, Sherry Sitong" initials="T" lastIdx="0" clrIdx="1191"/>
  <p:cmAuthor id="1193" name="Xin Wang (IB)" initials="X" lastIdx="0" clrIdx="1192"/>
  <p:cmAuthor id="1194" name="hj" initials="h" lastIdx="0" clrIdx="1193"/>
  <p:cmAuthor id="1195" name="IKKI" initials="I" lastIdx="0" clrIdx="1194"/>
  <p:cmAuthor id="1196" name="於宝泉" initials="於" lastIdx="0" clrIdx="1195"/>
  <p:cmAuthor id="1197" name="weijj52" initials="w" lastIdx="0" clrIdx="1196"/>
  <p:cmAuthor id="1198" name="wangjiarui" initials="w" lastIdx="0" clrIdx="1197"/>
  <p:cmAuthor id="1199" name="马媛" initials="马" lastIdx="0" clrIdx="1198"/>
  <p:cmAuthor id="1200" name="徐芳" initials="徐" lastIdx="0" clrIdx="1199"/>
  <p:cmAuthor id="1201" name="许嘉珍" initials="u" lastIdx="0" clrIdx="1200"/>
  <p:cmAuthor id="1202" name="Charley" initials="C" lastIdx="0" clrIdx="1201"/>
  <p:cmAuthor id="1203" name="Cindy-NB" initials="C" lastIdx="0" clrIdx="1202"/>
  <p:cmAuthor id="1204" name="未知的使用者4" initials="未" lastIdx="0" clrIdx="1203"/>
  <p:cmAuthor id="1205" name="傅成龙" initials="傅" lastIdx="0" clrIdx="1204"/>
  <p:cmAuthor id="1206" name="panyl25" initials="p" lastIdx="0" clrIdx="1205"/>
  <p:cmAuthor id="1207" name="刘凯铃" initials="刘" lastIdx="0" clrIdx="1206"/>
  <p:cmAuthor id="1208" name="guocc" initials="g" lastIdx="0" clrIdx="1207"/>
  <p:cmAuthor id="1209" name="未知的使用者2" initials="未" lastIdx="0" clrIdx="1208"/>
  <p:cmAuthor id="1210" name="zhangxc210" initials="z" lastIdx="0" clrIdx="1209"/>
  <p:cmAuthor id="1211" name="wyao8" initials="w" lastIdx="0" clrIdx="1210"/>
  <p:cmAuthor id="1212" name="未知的使用者21" initials="未" lastIdx="0" clrIdx="1211"/>
  <p:cmAuthor id="1213" name="MLOONG" initials="M" lastIdx="0" clrIdx="1212"/>
  <p:cmAuthor id="1214" name="lantj" initials="l" lastIdx="0" clrIdx="1213"/>
  <p:cmAuthor id="1215" name="zhangjj" initials="z" lastIdx="0" clrIdx="1214"/>
  <p:cmAuthor id="1216" name="Shirley" initials="S" lastIdx="0" clrIdx="1215"/>
  <p:cmAuthor id="1217" name="未知的使用者70" initials="" lastIdx="0" clrIdx="1216"/>
  <p:cmAuthor id="1218" name="未知的使用者85" initials="" lastIdx="0" clrIdx="1217"/>
  <p:cmAuthor id="1219" name="wumeng" initials="w" lastIdx="0" clrIdx="1218"/>
  <p:cmAuthor id="1220" name="未知的使用者87" initials="" lastIdx="0" clrIdx="1219"/>
  <p:cmAuthor id="1221" name="Saku Uchikawa" initials="S" lastIdx="0" clrIdx="1220"/>
  <p:cmAuthor id="1222" name="未知的使用者90" initials="" lastIdx="0" clrIdx="1221"/>
  <p:cmAuthor id="1223" name="未知的使用者98" initials="" lastIdx="0" clrIdx="1222"/>
  <p:cmAuthor id="1224" name="CHRISYU" initials="" lastIdx="0" clrIdx="1223"/>
  <p:cmAuthor id="1225" name="未知的使用者113" initials="" lastIdx="0" clrIdx="1224"/>
  <p:cmAuthor id="1226" name="饶树成" initials="饶" lastIdx="0" clrIdx="1225"/>
  <p:cmAuthor id="1227" name="康孟海" initials="康" lastIdx="0" clrIdx="1226"/>
  <p:cmAuthor id="1228" name="未知的使用者62" initials="未" lastIdx="0" clrIdx="1227"/>
  <p:cmAuthor id="1229" name="未知的使用者76" initials="未" lastIdx="0" clrIdx="1228"/>
  <p:cmAuthor id="1230" name="杜娇龙" initials="" lastIdx="0" clrIdx="1229"/>
  <p:cmAuthor id="1231" name="未知用户10" initials="未" lastIdx="0" clrIdx="1230"/>
  <p:cmAuthor id="1232" name="周剑明" initials="周" lastIdx="0" clrIdx="1231"/>
  <p:cmAuthor id="1233" name="陈驹洲" initials="陈" lastIdx="0" clrIdx="1232"/>
  <p:cmAuthor id="1234" name="lenovo" initials="l" lastIdx="0" clrIdx="1233"/>
  <p:cmAuthor id="1235" name="anima" initials="a" lastIdx="0" clrIdx="1234"/>
  <p:cmAuthor id="1236" name="xul54" initials="x" lastIdx="0" clrIdx="1235"/>
  <p:cmAuthor id="1237" name="周笛" initials="周" lastIdx="0" clrIdx="1236"/>
  <p:cmAuthor id="1238" name="汪亦超" initials="汪" lastIdx="0" clrIdx="1237"/>
  <p:cmAuthor id="1239" name="Yang" initials="Y" lastIdx="0" clrIdx="1238"/>
  <p:cmAuthor id="1240" name="UnicomGD" initials="U" lastIdx="0" clrIdx="1239"/>
  <p:cmAuthor id="1241" name="郭卫军" initials="郭" lastIdx="0" clrIdx="1240"/>
  <p:cmAuthor id="1242" name="曾素灵" initials="曾" lastIdx="0" clrIdx="1241"/>
  <p:cmAuthor id="1243" name="hqm-liuwp19" initials="h" lastIdx="0" clrIdx="1242"/>
  <p:cmAuthor id="1244" name="未知的使用者155" initials="未" lastIdx="0" clrIdx="1243"/>
  <p:cmAuthor id="1245" name="Baidada" initials="B" lastIdx="0" clrIdx="1244"/>
  <p:cmAuthor id="1246" name="calvinchen" initials="c" lastIdx="0" clrIdx="1245"/>
  <p:cmAuthor id="1247" name="yuan'wen'guo" initials="y" lastIdx="0" clrIdx="1246"/>
  <p:cmAuthor id="1248" name="马宇轩" initials="马" lastIdx="0" clrIdx="1247"/>
  <p:cmAuthor id="1249" name="zhaopj18" initials="z" lastIdx="0" clrIdx="1248"/>
  <p:cmAuthor id="1250" name="shijinjin" initials="s" lastIdx="0" clrIdx="1249"/>
  <p:cmAuthor id="1251" name="XYY" initials="X" lastIdx="0" clrIdx="1250"/>
  <p:cmAuthor id="1252" name="黄筱雅" initials="黄" lastIdx="0" clrIdx="1251"/>
  <p:cmAuthor id="1253" name="CWS" initials="C" lastIdx="0" clrIdx="1252"/>
  <p:cmAuthor id="1254" name="luhx26" initials="l" lastIdx="0" clrIdx="1253"/>
  <p:cmAuthor id="1255" name="张力方" initials="张" lastIdx="0" clrIdx="1254"/>
  <p:cmAuthor id="1256" name="yubing" initials="y" lastIdx="0" clrIdx="1255"/>
  <p:cmAuthor id="1257" name="王恒婧" initials="王" lastIdx="0" clrIdx="1256"/>
  <p:cmAuthor id="1258" name="woods" initials="w" lastIdx="0" clrIdx="1257"/>
  <p:cmAuthor id="1259" name="00334816" initials="0" lastIdx="0" clrIdx="1258"/>
  <p:cmAuthor id="1260" name="李雄邦" initials="李" lastIdx="0" clrIdx="1259"/>
  <p:cmAuthor id="1261" name="孔祥云" initials="孔" lastIdx="0" clrIdx="1260"/>
  <p:cmAuthor id="1262" name="10191815" initials="1" lastIdx="0" clrIdx="1261"/>
  <p:cmAuthor id="1263" name="王长青" initials="王长青" lastIdx="0" clrIdx="1262"/>
  <p:cmAuthor id="1264" name="罗玉碧" initials="罗" lastIdx="0" clrIdx="1263"/>
  <p:cmAuthor id="1265" name="10208146" initials="1" lastIdx="0" clrIdx="1264"/>
  <p:cmAuthor id="1266" name="Wenjing zhou" initials="Wz" lastIdx="0" clrIdx="1265"/>
  <p:cmAuthor id="1267" name="Unknown User24" initials="U" lastIdx="0" clrIdx="1266"/>
  <p:cmAuthor id="1268" name="孙远" initials="孙" lastIdx="0" clrIdx="1267"/>
  <p:cmAuthor id="1269" name="10309979" initials="1" lastIdx="0" clrIdx="1268"/>
  <p:cmAuthor id="1270" name="chenh" initials="" lastIdx="0" clrIdx="1269"/>
  <p:cmAuthor id="1271" name="yangqd3" initials="y" lastIdx="0" clrIdx="1270"/>
  <p:cmAuthor id="1272" name="Arno.Du(杜明星)" initials="A" lastIdx="0" clrIdx="1271"/>
  <p:cmAuthor id="1273" name="longyamei-1" initials="l" lastIdx="0" clrIdx="1272"/>
  <p:cmAuthor id="1274" name="未知的使用者158" initials="未" lastIdx="0" clrIdx="1273"/>
  <p:cmAuthor id="1275" name="Unknown User114" initials="U" lastIdx="0" clrIdx="1274"/>
  <p:cmAuthor id="1276" name="WANGZF" initials="W" lastIdx="0" clrIdx="1275"/>
  <p:cmAuthor id="1277" name="未知的使用者166" initials="未" lastIdx="0" clrIdx="1276"/>
  <p:cmAuthor id="1278" name="Evonlin" initials="E" lastIdx="0" clrIdx="1277"/>
  <p:cmAuthor id="1279" name="Unknown User11" initials="U" lastIdx="0" clrIdx="1278"/>
  <p:cmAuthor id="1280" name="张静_Anua7Nne" initials="authorId_935319063" lastIdx="0" clrIdx="1279"/>
  <p:cmAuthor id="1281" name="张先森" initials="张" lastIdx="0" clrIdx="1280"/>
  <p:cmAuthor id="1282" name="Xia Ting" initials="X" lastIdx="0" clrIdx="1281"/>
  <p:cmAuthor id="1283" name="不明使用者54" initials="不" lastIdx="0" clrIdx="1282"/>
  <p:cmAuthor id="1284" name="未知用户94" initials="未" lastIdx="0" clrIdx="1283"/>
  <p:cmAuthor id="1285" name="未知用户321" initials="未" lastIdx="0" clrIdx="1284"/>
  <p:cmAuthor id="1286" name="Unknown User111" initials="U" lastIdx="0" clrIdx="1285"/>
  <p:cmAuthor id="1287" name="未知用户180" initials="未" lastIdx="0" clrIdx="1286"/>
  <p:cmAuthor id="1288" name="未知用户188" initials="未" lastIdx="0" clrIdx="1287"/>
  <p:cmAuthor id="1289" name="Microsoft Office User" initials="M" lastIdx="0" clrIdx="1288"/>
  <p:cmAuthor id="1290" name="未知的使用者88" initials="未" lastIdx="0" clrIdx="1289"/>
  <p:cmAuthor id="1291" name="王志琮" initials="themiss" lastIdx="0" clrIdx="1290"/>
  <p:cmAuthor id="1292" name="未知用户233" initials="未" lastIdx="0" clrIdx="1291"/>
  <p:cmAuthor id="1293" name="未知用户148" initials="" lastIdx="0" clrIdx="1292"/>
  <p:cmAuthor id="1294" name="boyen" initials="b" lastIdx="0" clrIdx="1293"/>
  <p:cmAuthor id="1295" name="未知用户310" initials="未" lastIdx="0" clrIdx="1294"/>
  <p:cmAuthor id="1296" name="未知的使用者200" initials="未" lastIdx="0" clrIdx="1295"/>
  <p:cmAuthor id="1297" name="95407" initials="9" lastIdx="0" clrIdx="1296"/>
  <p:cmAuthor id="1298" name="未知用户215" initials="未" lastIdx="0" clrIdx="1297"/>
  <p:cmAuthor id="1299" name="赵 璐" initials="赵" lastIdx="0" clrIdx="1298"/>
  <p:cmAuthor id="1300" name="林志强" initials="林" lastIdx="0" clrIdx="1299"/>
  <p:cmAuthor id="1301" name="陶选如" initials="陶" lastIdx="0" clrIdx="1300"/>
  <p:cmAuthor id="1302" name="10090288" initials="1" lastIdx="0" clrIdx="1301"/>
  <p:cmAuthor id="1303" name="姚翔" initials="姚" lastIdx="0" clrIdx="1302"/>
  <p:cmAuthor id="1304" name="zhan" initials="z" lastIdx="0" clrIdx="1303"/>
  <p:cmAuthor id="1305" name="可婷儿" initials="可" lastIdx="0" clrIdx="1304"/>
  <p:cmAuthor id="1306" name="梁倩业" initials="梁" lastIdx="0" clrIdx="1305"/>
  <p:cmAuthor id="1307" name="白广慧" initials="白" lastIdx="0" clrIdx="1306"/>
  <p:cmAuthor id="1308" name="未知的使用者101" initials="未" lastIdx="0" clrIdx="1307"/>
  <p:cmAuthor id="1309" name="邓龙" initials="邓" lastIdx="0" clrIdx="1308"/>
  <p:cmAuthor id="1310" name="WPS_1625045120" initials="W" lastIdx="0" clrIdx="1309"/>
  <p:cmAuthor id="1311" name="mxk" initials="u" lastIdx="0" clrIdx="1310"/>
  <p:cmAuthor id="1312" name="maoc" initials="m" lastIdx="0" clrIdx="1311"/>
  <p:cmAuthor id="1313" name="huoys" initials="h" lastIdx="0" clrIdx="1312"/>
  <p:cmAuthor id="1314" name="liubin (AD)" initials="l(" lastIdx="0" clrIdx="1313"/>
  <p:cmAuthor id="1315" name="吴斌" initials="吴" lastIdx="0" clrIdx="1314"/>
  <p:cmAuthor id="1316" name="dongjg12" initials="d" lastIdx="0" clrIdx="1315"/>
  <p:cmAuthor id="1317" name="张博雅" initials="张" lastIdx="0" clrIdx="1316"/>
  <p:cmAuthor id="1318" name="Haojing (Sarah, GTS)" initials="HJ" lastIdx="0" clrIdx="1317"/>
  <p:cmAuthor id="1319" name="未知用户271" initials="未" lastIdx="0" clrIdx="1318"/>
  <p:cmAuthor id="1320" name="jiaxw9" initials="j" lastIdx="0" clrIdx="1319"/>
  <p:cmAuthor id="1321" name="LENOVO" initials="L" lastIdx="0" clrIdx="1320"/>
  <p:cmAuthor id="1322" name="胡乐信" initials="胡" lastIdx="0" clrIdx="1321"/>
  <p:cmAuthor id="1323" name="罗瑜馨" initials="罗" lastIdx="0" clrIdx="1322"/>
  <p:cmAuthor id="1324" name="admin" initials="a" lastIdx="0" clrIdx="1323"/>
  <p:cmAuthor id="1325" name="黄娅" initials="黄" lastIdx="0" clrIdx="1324"/>
  <p:cmAuthor id="1326" name="jcwang" initials="j" lastIdx="0" clrIdx="1325"/>
  <p:cmAuthor id="1327" name="张炳涛" initials="张" lastIdx="0" clrIdx="1326"/>
  <p:cmAuthor id="1328" name="程佳琳" initials="程" lastIdx="0" clrIdx="1327"/>
  <p:cmAuthor id="1329" name="ding ruiwen" initials="dr" lastIdx="0" clrIdx="1328"/>
  <p:cmAuthor id="1330" name="王林10186938" initials="王林10186938" lastIdx="0" clrIdx="1329"/>
  <p:cmAuthor id="1331" name="得一 得一" initials="得一" lastIdx="0" clrIdx="1330"/>
  <p:cmAuthor id="1332" name="m1860" initials="m" lastIdx="0" clrIdx="1331"/>
  <p:cmAuthor id="1333" name="青春" initials="青" lastIdx="0" clrIdx="1332"/>
  <p:cmAuthor id="1334" name="38897" initials="3" lastIdx="0" clrIdx="1333"/>
  <p:cmAuthor id="1335" name="王燕" initials="王" lastIdx="0" clrIdx="1334"/>
  <p:cmAuthor id="1336" name="张因然10112423" initials="1" lastIdx="0" clrIdx="1335"/>
  <p:cmAuthor id="1337" name="王春泽" initials="l" lastIdx="0" clrIdx="1336"/>
  <p:cmAuthor id="1338" name="ren zhongyuan" initials="rz" lastIdx="0" clrIdx="1337"/>
  <p:cmAuthor id="1339" name="Agui" initials="A" lastIdx="0" clrIdx="1338"/>
  <p:cmAuthor id="1340" name="王栋浩" initials="王" lastIdx="0" clrIdx="1339"/>
  <p:cmAuthor id="1341" name="zhouxm73" initials="z" lastIdx="0" clrIdx="1340"/>
  <p:cmAuthor id="1342" name="kind" initials="k" lastIdx="0" clrIdx="1341"/>
  <p:cmAuthor id="1343" name="冯兰晓" initials="冯" lastIdx="0" clrIdx="1342"/>
  <p:cmAuthor id="1344" name="qianyp" initials="q" lastIdx="0" clrIdx="1343"/>
  <p:cmAuthor id="1345" name="未知用户1" initials="未知用户1" lastIdx="0" clrIdx="1344"/>
  <p:cmAuthor id="1346" name="wrx" initials="wrx" lastIdx="0" clrIdx="1345"/>
  <p:cmAuthor id="1347" name="wolly" initials="w" lastIdx="0" clrIdx="1346"/>
  <p:cmAuthor id="1348" name="古颜松" initials="古" lastIdx="0" clrIdx="1347"/>
  <p:cmAuthor id="1349" name="Unknown User50" initials="U" lastIdx="0" clrIdx="1348"/>
  <p:cmAuthor id="1350" name="YANG W" initials="YW" lastIdx="0" clrIdx="1349"/>
  <p:cmAuthor id="1351" name="林冲霄" initials="林" lastIdx="0" clrIdx="1350"/>
  <p:cmAuthor id="1352" name="dell" initials="d" lastIdx="0" clrIdx="1351"/>
  <p:cmAuthor id="1353" name="未知用户118" initials="未" lastIdx="0" clrIdx="1352"/>
  <p:cmAuthor id="1354" name="刘雨润" initials="刘" lastIdx="0" clrIdx="1353"/>
  <p:cmAuthor id="1355" name="JeremyBai" initials="J" lastIdx="0" clrIdx="1354"/>
  <p:cmAuthor id="1356" name="goulei" initials="g" lastIdx="0" clrIdx="1355"/>
  <p:cmAuthor id="1357" name="王淼" initials="王" lastIdx="0" clrIdx="1356"/>
  <p:cmAuthor id="1358" name="宋斌" initials="宋" lastIdx="0" clrIdx="1357"/>
  <p:cmAuthor id="1359" name="zhangxiao" initials="z" lastIdx="0" clrIdx="1358"/>
  <p:cmAuthor id="1360" name="周玉军" initials="周" lastIdx="0" clrIdx="1359"/>
  <p:cmAuthor id="1361" name="Xiaoyan Pei(联通集团技术部)" initials="X" lastIdx="0" clrIdx="1360"/>
  <p:cmAuthor id="1362" name="刘馨靖" initials="刘馨靖" lastIdx="0" clrIdx="1361"/>
  <p:cmAuthor id="1363" name="luan yun" initials="ly" lastIdx="0" clrIdx="1362"/>
  <p:cmAuthor id="1364" name="James Shihao Zhou" initials="J" lastIdx="0" clrIdx="1363"/>
  <p:cmAuthor id="1365" name="Zach Zhongkai Ye" initials="Z" lastIdx="0" clrIdx="1364"/>
  <p:cmAuthor id="1366" name="Emily Lu Chen" initials="E" lastIdx="0" clrIdx="1365"/>
  <p:cmAuthor id="1367" name="Lynette Zitong Li" initials="L" lastIdx="0" clrIdx="1366"/>
  <p:cmAuthor id="1368" name="Chris Kun Yu Lin" initials="C" lastIdx="0" clrIdx="1367"/>
  <p:cmAuthor id="1369" name="Shi Super" initials="SS" lastIdx="0" clrIdx="1368"/>
  <p:cmAuthor id="1370" name="周旭东" initials="周" lastIdx="0" clrIdx="1369"/>
  <p:cmAuthor id="1371" name="龚百中" initials="龚" lastIdx="0" clrIdx="1370"/>
  <p:cmAuthor id="1372" name="10288631" initials="1" lastIdx="0" clrIdx="1371"/>
  <p:cmAuthor id="1373" name="wyz" initials="w" lastIdx="0" clrIdx="1372"/>
  <p:cmAuthor id="1374" name="10270945" initials="1" lastIdx="0" clrIdx="1373"/>
  <p:cmAuthor id="1375" name="10295142" initials="1" lastIdx="0" clrIdx="1374"/>
  <p:cmAuthor id="1376" name="10045953" initials="1" lastIdx="0" clrIdx="1375"/>
  <p:cmAuthor id="1377" name="李楠10047711" initials="李楠10047711" lastIdx="0" clrIdx="1376"/>
  <p:cmAuthor id="1378" name="610007" initials="6" lastIdx="0" clrIdx="1377"/>
  <p:cmAuthor id="1379" name="li jing" initials="lj" lastIdx="0" clrIdx="1378"/>
  <p:cmAuthor id="1380" name="陈丽丽" initials="陈" lastIdx="0" clrIdx="1379"/>
  <p:cmAuthor id="1381" name="徐旭" initials="徐" lastIdx="0" clrIdx="1380"/>
  <p:cmAuthor id="1382" name="张晓然" initials="张" lastIdx="0" clrIdx="1381"/>
  <p:cmAuthor id="1383" name="My" initials="M" lastIdx="0" clrIdx="1382"/>
  <p:cmAuthor id="1384" name="李艳玲" initials="李" lastIdx="0" clrIdx="1383"/>
  <p:cmAuthor id="1385" name="10157624" initials="1" lastIdx="0" clrIdx="1384"/>
  <p:cmAuthor id="1386" name="未知用户107" initials="" lastIdx="0" clrIdx="1385"/>
  <p:cmAuthor id="1387" name="未知的使用者80" initials="" lastIdx="0" clrIdx="1386"/>
  <p:cmAuthor id="1388" name="Zhao Jing" initials="Z" lastIdx="0" clrIdx="1387"/>
  <p:cmAuthor id="1389" name="未知的使用者83" initials="" lastIdx="0" clrIdx="1388"/>
  <p:cmAuthor id="1390" name="未知的使用者40" initials="" lastIdx="0" clrIdx="1389"/>
  <p:cmAuthor id="1391" name="曾红" initials="" lastIdx="0" clrIdx="1390"/>
  <p:cmAuthor id="1392" name="李京" initials="李" lastIdx="0" clrIdx="1391"/>
  <p:cmAuthor id="1393" name="未知的使用者91" initials="" lastIdx="0" clrIdx="1392"/>
  <p:cmAuthor id="1394" name="未知用户9" initials="" lastIdx="0" clrIdx="1393"/>
  <p:cmAuthor id="1395" name="未知用户103" initials="" lastIdx="0" clrIdx="1394"/>
  <p:cmAuthor id="1396" name="Unknown User52" initials="" lastIdx="0" clrIdx="1395"/>
  <p:cmAuthor id="1397" name="未知的使用者42" initials="" lastIdx="0" clrIdx="1396"/>
  <p:cmAuthor id="1398" name="未知的使用者120" initials="" lastIdx="0" clrIdx="1397"/>
  <p:cmAuthor id="1399" name="px" initials="" lastIdx="0" clrIdx="1398"/>
  <p:cmAuthor id="1400" name="zhanghui" initials="z" lastIdx="0" clrIdx="1399"/>
  <p:cmAuthor id="1401" name="未知的使用者73" initials="" lastIdx="0" clrIdx="1400"/>
  <p:cmAuthor id="1402" name="未知的使用者24" initials="" lastIdx="0" clrIdx="1401"/>
  <p:cmAuthor id="1403" name="未知用户16" initials="" lastIdx="0" clrIdx="1402"/>
  <p:cmAuthor id="1404" name="Mary Feil-Jacobs" initials="" lastIdx="0" clrIdx="1403"/>
  <p:cmAuthor id="1405" name="LiuHui" initials="" lastIdx="0" clrIdx="1404"/>
  <p:cmAuthor id="1406" name="未知的使用者45" initials="" lastIdx="0" clrIdx="1405"/>
  <p:cmAuthor id="1407" name="未知用户104" initials="" lastIdx="0" clrIdx="1406"/>
  <p:cmAuthor id="1408" name="未知用户5" initials="" lastIdx="0" clrIdx="1407"/>
  <p:cmAuthor id="1409" name="未知的使用者10" initials="" lastIdx="0" clrIdx="1408"/>
  <p:cmAuthor id="1410" name="10133177" initials="1" lastIdx="0" clrIdx="1409"/>
  <p:cmAuthor id="1411" name="jig" initials="j" lastIdx="0" clrIdx="1410"/>
  <p:cmAuthor id="1412" name="yuyang zhou" initials="yz" lastIdx="0" clrIdx="1411"/>
  <p:cmAuthor id="1413" name="alpha" initials="a" lastIdx="0" clrIdx="1412"/>
  <p:cmAuthor id="1414" name="Unknown User23" initials="U" lastIdx="0" clrIdx="1413"/>
  <p:cmAuthor id="1415" name="Unknown User112" initials="U" lastIdx="0" clrIdx="1414"/>
  <p:cmAuthor id="1416" name="Unknown User59" initials="U" lastIdx="0" clrIdx="1415"/>
  <p:cmAuthor id="1417" name="Unknown User113" initials="U" lastIdx="0" clrIdx="1416"/>
  <p:cmAuthor id="1418" name="Unknown User63" initials="U" lastIdx="0" clrIdx="1417"/>
  <p:cmAuthor id="1419" name="Unknown User115" initials="U" lastIdx="0" clrIdx="1418"/>
  <p:cmAuthor id="1420" name="Unknown User116" initials="U" lastIdx="0" clrIdx="1419"/>
  <p:cmAuthor id="1421" name="Unknown User66" initials="U" lastIdx="0" clrIdx="1420"/>
  <p:cmAuthor id="1422" name="未知用户189" initials="未" lastIdx="0" clrIdx="1421"/>
  <p:cmAuthor id="1423" name="Unknown User69" initials="U" lastIdx="0" clrIdx="1422"/>
  <p:cmAuthor id="1424" name="未知的使用者152" initials="未" lastIdx="0" clrIdx="1423"/>
  <p:cmAuthor id="1425" name="渠沛" initials="渠" lastIdx="0" clrIdx="1424"/>
  <p:cmAuthor id="1426" name="王天永" initials="王" lastIdx="0" clrIdx="1425"/>
  <p:cmAuthor id="1427" name="杨帆" initials="杨" lastIdx="0" clrIdx="1426"/>
  <p:cmAuthor id="1428" name="胡尼亚" initials="胡" lastIdx="0" clrIdx="1427"/>
  <p:cmAuthor id="1429" name="李 剑峰" initials="李" lastIdx="0" clrIdx="1428"/>
  <p:cmAuthor id="1430" name="Heyhx" initials="H" lastIdx="0" clrIdx="1429"/>
  <p:cmAuthor id="1431" name="63173" initials="6" lastIdx="0" clrIdx="1430"/>
  <p:cmAuthor id="1432" name="Sunyi (A)" initials="S(" lastIdx="0" clrIdx="1431"/>
  <p:cmAuthor id="1433" name="Unknown User27" initials="U" lastIdx="0" clrIdx="1432"/>
  <p:cmAuthor id="1434" name="樊革霞" initials="樊" lastIdx="0" clrIdx="1433"/>
  <p:cmAuthor id="1435" name="林桦桦" initials="林" lastIdx="0" clrIdx="1434"/>
  <p:cmAuthor id="1436" name="杨 贺春" initials="杨" lastIdx="0" clrIdx="1435"/>
  <p:cmAuthor id="1437" name="伟哥" initials="伟哥" lastIdx="0" clrIdx="1436"/>
  <p:cmAuthor id="1438" name="郑骏" initials="郑骏" lastIdx="0" clrIdx="1437"/>
  <p:cmAuthor id="1439" name="孙 鹏" initials="孙" lastIdx="0" clrIdx="1438"/>
  <p:cmAuthor id="1440" name="肖琼" initials="肖琼" lastIdx="0" clrIdx="1439"/>
  <p:cmAuthor id="1441" name="3930" initials="3" lastIdx="0" clrIdx="1440"/>
  <p:cmAuthor id="1442" name="M7100z-win7" initials="M" lastIdx="0" clrIdx="1441"/>
  <p:cmAuthor id="1443" name="邢绍文" initials="邢" lastIdx="0" clrIdx="1442"/>
  <p:cmAuthor id="1444" name="zhaoyue46" initials="z" lastIdx="0" clrIdx="1443"/>
  <p:cmAuthor id="1445" name="xq" initials="x" lastIdx="0" clrIdx="1444"/>
  <p:cmAuthor id="1446" name="hasee" initials="h" lastIdx="0" clrIdx="1445"/>
  <p:cmAuthor id="1447" name="Xin Wang" initials="X" lastIdx="0" clrIdx="1446"/>
  <p:cmAuthor id="1448" name="王凯" initials="王" lastIdx="0" clrIdx="1447"/>
  <p:cmAuthor id="1449" name="273839920@qq.com" initials="2" lastIdx="0" clrIdx="1448"/>
  <p:cmAuthor id="1450" name="靖千 罗" initials="靖" lastIdx="0" clrIdx="1449"/>
  <p:cmAuthor id="1451" name="8613607323127" initials="8" lastIdx="0" clrIdx="1450"/>
  <p:cmAuthor id="1452" name="小田" initials="小" lastIdx="0" clrIdx="1451"/>
  <p:cmAuthor id="1453" name="刘 念" initials="刘" lastIdx="0" clrIdx="1452"/>
  <p:cmAuthor id="1454" name="Wangzhi gang" initials="W" lastIdx="0" clrIdx="1453"/>
  <p:cmAuthor id="1455" name="庄伟铭zwm136200" initials="庄" lastIdx="0" clrIdx="1454"/>
  <p:cmAuthor id="1456" name="喰?" initials="喰" lastIdx="0" clrIdx="1455"/>
  <p:cmAuthor id="1457" name="CNTP" initials="C" lastIdx="0" clrIdx="1456"/>
  <p:cmAuthor id="1458" name="li hw" initials="l" lastIdx="0" clrIdx="1457"/>
  <p:cmAuthor id="1459" name="王玉" initials="王" lastIdx="0" clrIdx="1458"/>
  <p:cmAuthor id="1460" name="Ming Zuo" initials="M" lastIdx="0" clrIdx="1459"/>
  <p:cmAuthor id="1461" name="张星-lgd" initials="张" lastIdx="0" clrIdx="1460"/>
  <p:cmAuthor id="1462" name="张 博" initials="张" lastIdx="0" clrIdx="1461"/>
  <p:cmAuthor id="1463" name="2819264246@qq.com" initials="2" lastIdx="0" clrIdx="1462"/>
  <p:cmAuthor id="1464" name="weige" initials="w" lastIdx="0" clrIdx="1463"/>
  <p:cmAuthor id="1465" name="王保青-pah" initials="王" lastIdx="0" clrIdx="1464"/>
  <p:cmAuthor id="1466" name="Luo Mingjie" initials="L" lastIdx="0" clrIdx="1465"/>
  <p:cmAuthor id="1467" name="yingchao xi" initials="y" lastIdx="0" clrIdx="1466"/>
  <p:cmAuthor id="1468" name="depeng diao" initials="d" lastIdx="0" clrIdx="1467"/>
  <p:cmAuthor id="1469" name="shenyy" initials="s" lastIdx="0" clrIdx="1468"/>
  <p:cmAuthor id="1470" name="Maggie" initials="M" lastIdx="0" clrIdx="1469"/>
  <p:cmAuthor id="1471" name="14733" initials="1" lastIdx="0" clrIdx="1470"/>
  <p:cmAuthor id="1472" name="青 飞" initials="青" lastIdx="0" clrIdx="1471"/>
  <p:cmAuthor id="1473" name="冯江宁" initials="U" lastIdx="0" clrIdx="1472"/>
  <p:cmAuthor id="1474" name="韩晓宇00207529" initials="韩晓宇00207529" lastIdx="0" clrIdx="1473"/>
  <p:cmAuthor id="1475" name="25720" initials="2" lastIdx="0" clrIdx="1474"/>
  <p:cmAuthor id="1476" name="玉柱 姚" initials="玉柱" lastIdx="0" clrIdx="1475"/>
  <p:cmAuthor id="1477" name="陈益新" initials="陈" lastIdx="0" clrIdx="1476"/>
  <p:cmAuthor id="1478" name="夏小芸°Bella" initials="夏" lastIdx="0" clrIdx="1477"/>
  <p:cmAuthor id="1479" name="未知用户2" initials="未知用户2" lastIdx="0" clrIdx="1478"/>
  <p:cmAuthor id="1480" name="蒯 留生" initials="蒯" lastIdx="0" clrIdx="1479"/>
  <p:cmAuthor id="1481" name="未知用户4" initials="未知用户4" lastIdx="0" clrIdx="1480"/>
  <p:cmAuthor id="1482" name="张闻强" initials="张" lastIdx="0" clrIdx="1481"/>
  <p:cmAuthor id="1483" name="ming qiu" initials="m" lastIdx="0" clrIdx="1482"/>
  <p:cmAuthor id="1484" name="1206988966@qq.com" initials="1" lastIdx="0" clrIdx="1483"/>
  <p:cmAuthor id="1485" name="姜伟光" initials="姜" lastIdx="0" clrIdx="1484"/>
  <p:cmAuthor id="1486" name="sosoo" initials="s" lastIdx="0" clrIdx="1485"/>
  <p:cmAuthor id="1487" name="张辉" initials="a" lastIdx="0" clrIdx="1486"/>
  <p:cmAuthor id="1488" name="高长伟" initials="高" lastIdx="0" clrIdx="1487"/>
  <p:cmAuthor id="1489" name="李 里" initials="李" lastIdx="0" clrIdx="1488"/>
  <p:cmAuthor id="1490" name="li kai" initials="lk" lastIdx="0" clrIdx="1489"/>
  <p:cmAuthor id="1491" name="hewen" initials="h" lastIdx="0" clrIdx="1490"/>
  <p:cmAuthor id="1492" name="zhaolt" initials="z" lastIdx="0" clrIdx="1491"/>
  <p:cmAuthor id="1493" name="dengyx12" initials="d" lastIdx="0" clrIdx="1492"/>
  <p:cmAuthor id="1494" name="Niucas" initials="N" lastIdx="0" clrIdx="1493"/>
  <p:cmAuthor id="1495" name="Liu" initials="L" lastIdx="0" clrIdx="1494"/>
  <p:cmAuthor id="1496" name="李江涛" initials="李" lastIdx="0" clrIdx="1495"/>
  <p:cmAuthor id="1497" name="系统管理" initials="系" lastIdx="0" clrIdx="1496"/>
  <p:cmAuthor id="1498" name="李 鑫" initials="李" lastIdx="0" clrIdx="1497"/>
  <p:cmAuthor id="1499" name="胡盖蕾" initials="胡" lastIdx="0" clrIdx="1498"/>
  <p:cmAuthor id="1500" name="kf" initials="k" lastIdx="0" clrIdx="1499"/>
  <p:cmAuthor id="1501" name="Liang Benlong" initials="LB" lastIdx="0" clrIdx="1500"/>
  <p:cmAuthor id="1502" name="未定义" initials="未" lastIdx="0" clrIdx="1501"/>
  <p:cmAuthor id="1503" name="Fu Chenglong" initials="FC" lastIdx="0" clrIdx="1502"/>
  <p:cmAuthor id="1504" name="Roger" initials="R" lastIdx="0" clrIdx="1503"/>
  <p:cmAuthor id="1505" name="10118178" initials="1" lastIdx="0" clrIdx="1504"/>
  <p:cmAuthor id="1506" name="zhouwd" initials="1" lastIdx="0" clrIdx="1505"/>
  <p:cmAuthor id="1507" name="马云飞10014438" initials="马" lastIdx="0" clrIdx="1506"/>
  <p:cmAuthor id="1508" name="John" initials="J" lastIdx="0" clrIdx="1507"/>
  <p:cmAuthor id="1509" name="10025093" initials="1" lastIdx="0" clrIdx="1508"/>
  <p:cmAuthor id="1510" name="10078380" initials="1" lastIdx="0" clrIdx="1509"/>
  <p:cmAuthor id="1511" name="张燕" initials="MSOffice" lastIdx="0" clrIdx="1510"/>
  <p:cmAuthor id="1512" name="00065088" initials="0" lastIdx="0" clrIdx="1511"/>
  <p:cmAuthor id="1513" name="10066351" initials="1" lastIdx="0" clrIdx="1512"/>
  <p:cmAuthor id="1514" name="邓倩华" initials="邓" lastIdx="0" clrIdx="1513"/>
  <p:cmAuthor id="1515" name="牛保双" initials="牛" lastIdx="0" clrIdx="1514"/>
  <p:cmAuthor id="1516" name="闫丽娟00014464" initials="闫" lastIdx="0" clrIdx="1515"/>
  <p:cmAuthor id="1517" name="mazhen" initials="m" lastIdx="0" clrIdx="1516"/>
  <p:cmAuthor id="1518" name="wx" initials="w" lastIdx="0" clrIdx="1517"/>
  <p:cmAuthor id="1519" name="杨锦洲" initials="杨" lastIdx="0" clrIdx="1518"/>
  <p:cmAuthor id="1520" name="李婷婷" initials="李" lastIdx="0" clrIdx="1519"/>
  <p:cmAuthor id="1521" name="10288204" initials="1" lastIdx="0" clrIdx="1520"/>
  <p:cmAuthor id="1522" name="何秋荣" initials="何" lastIdx="0" clrIdx="1521"/>
  <p:cmAuthor id="1523" name="mini" initials="m" lastIdx="0" clrIdx="1522"/>
  <p:cmAuthor id="1524" name="王小林" initials="王" lastIdx="0" clrIdx="1523"/>
  <p:cmAuthor id="1525" name="刘韵仪" initials="刘" lastIdx="0" clrIdx="1524"/>
  <p:cmAuthor id="1526" name="36164" initials="3" lastIdx="0" clrIdx="1525"/>
  <p:cmAuthor id="1527" name="未知的使用者82" initials="" lastIdx="0" clrIdx="1526"/>
  <p:cmAuthor id="1528" name="未知的使用者118" initials="" lastIdx="0" clrIdx="1527"/>
  <p:cmAuthor id="1529" name="未知的使用者29" initials="" lastIdx="0" clrIdx="1528"/>
  <p:cmAuthor id="1530" name="Sky123.Org" initials="" lastIdx="0" clrIdx="1529"/>
  <p:cmAuthor id="1531" name="xue yayong" initials="xy" lastIdx="0" clrIdx="1530"/>
  <p:cmAuthor id="1532" name="elfinhsu" initials="" lastIdx="0" clrIdx="1531"/>
  <p:cmAuthor id="1533" name="微软用户" initials="" lastIdx="0" clrIdx="1532"/>
  <p:cmAuthor id="1534" name="李璐璐" initials="李" lastIdx="0" clrIdx="1533"/>
  <p:cmAuthor id="1535" name="甘华" initials="甘" lastIdx="0" clrIdx="1534"/>
  <p:cmAuthor id="1536" name="方楚滇" initials="方" lastIdx="0" clrIdx="1535"/>
  <p:cmAuthor id="1537" name="黄黄" initials="黄" lastIdx="0" clrIdx="1536"/>
  <p:cmAuthor id="1538" name="邓彤倩" initials="邓" lastIdx="0" clrIdx="1537"/>
  <p:cmAuthor id="1539" name="Yurou Zhang" initials="Y" lastIdx="0" clrIdx="1538"/>
  <p:cmAuthor id="1540" name="廖旭辉" initials="廖" lastIdx="0" clrIdx="1539"/>
  <p:cmAuthor id="1541" name="周凌子" initials="周" lastIdx="0" clrIdx="1540"/>
  <p:cmAuthor id="1542" name="30312" initials="3" lastIdx="0" clrIdx="1541"/>
  <p:cmAuthor id="1543" name="包海伦" initials="包" lastIdx="0" clrIdx="1542"/>
  <p:cmAuthor id="1544" name="yangf82" initials="y" lastIdx="0" clrIdx="1543"/>
  <p:cmAuthor id="1545" name="zxq_1" initials="z" lastIdx="0" clrIdx="1544"/>
  <p:cmAuthor id="1546" name="wangms42" initials="w" lastIdx="0" clrIdx="1545"/>
  <p:cmAuthor id="1547" name="wangml110" initials="w" lastIdx="0" clrIdx="1546"/>
  <p:cmAuthor id="1548" name="未知用户186" initials="未" lastIdx="0" clrIdx="1547"/>
  <p:cmAuthor id="1549" name="17126" initials="1" lastIdx="0" clrIdx="1548"/>
  <p:cmAuthor id="1550" name="未知的使用者151" initials="未" lastIdx="0" clrIdx="1549"/>
  <p:cmAuthor id="1551" name="夜尽迟渊_UrQfrmQZ" initials="authorId_501680251" lastIdx="0" clrIdx="1550"/>
  <p:cmAuthor id="1552" name="王丰_aE3uARfm" initials="authorId_383357774" lastIdx="0" clrIdx="1551"/>
  <p:cmAuthor id="1553" name="宁文文" initials="宁" lastIdx="0" clrIdx="1552"/>
  <p:cmAuthor id="1554" name="未知用户86" initials="未" lastIdx="0" clrIdx="1553"/>
  <p:cmAuthor id="1555" name="陈丹" initials="陈" lastIdx="0" clrIdx="1554"/>
  <p:cmAuthor id="1556" name="Vicky" initials="V" lastIdx="0" clrIdx="1555"/>
  <p:cmAuthor id="1557" name="LZY" initials="L" lastIdx="0" clrIdx="1556"/>
  <p:cmAuthor id="1558" name="MA YOU" initials="MY" lastIdx="0" clrIdx="1557"/>
  <p:cmAuthor id="1559" name="程奥林" initials="程" lastIdx="0" clrIdx="1558"/>
  <p:cmAuthor id="1560" name="liwei" initials="l" lastIdx="0" clrIdx="1559"/>
  <p:cmAuthor id="1561" name="孟和" initials="孟" lastIdx="0" clrIdx="1560"/>
  <p:cmAuthor id="1562" name="超哥" initials="超" lastIdx="0" clrIdx="1561"/>
  <p:cmAuthor id="1563" name="lwrda" initials="l" lastIdx="0" clrIdx="1562"/>
  <p:cmAuthor id="1564" name="hxt" initials="h" lastIdx="0" clrIdx="1563"/>
  <p:cmAuthor id="1565" name="马月" initials="马" lastIdx="0" clrIdx="1564"/>
  <p:cmAuthor id="1566" name="李苏薇" initials="李" lastIdx="0" clrIdx="1565"/>
  <p:cmAuthor id="1567" name="yangxy" initials="y" lastIdx="0" clrIdx="1566"/>
  <p:cmAuthor id="1568" name="孙晓兰" initials="孙" lastIdx="0" clrIdx="1567"/>
  <p:cmAuthor id="1569" name="秃然的自我" initials="秃" lastIdx="0" clrIdx="1568"/>
  <p:cmAuthor id="1570" name="沈 营超" initials="沈" lastIdx="0" clrIdx="1569"/>
  <p:cmAuthor id="1571" name="Ms.Zhang" initials="M" lastIdx="0" clrIdx="1570"/>
  <p:cmAuthor id="1572" name="Dujiale (Kevin)" initials="D(" lastIdx="0" clrIdx="1571"/>
  <p:cmAuthor id="1573" name="Chelsie Chen" initials="CC" lastIdx="0" clrIdx="1572"/>
  <p:cmAuthor id="1574" name="liu tingting" initials="lt" lastIdx="0" clrIdx="1573"/>
  <p:cmAuthor id="1575" name="Tian Liangyu" initials="TL" lastIdx="0" clrIdx="1574"/>
  <p:cmAuthor id="1576" name="zj361" initials="z" lastIdx="0" clrIdx="1575"/>
  <p:cmAuthor id="1577" name="罗玲" initials="罗" lastIdx="0" clrIdx="1576"/>
  <p:cmAuthor id="1578" name="赵元" initials="赵元" lastIdx="0" clrIdx="1577"/>
  <p:cmAuthor id="1579" name="baily" initials="b" lastIdx="0" clrIdx="1578"/>
  <p:cmAuthor id="1580" name="00260515" initials="HRP" lastIdx="0" clrIdx="1579"/>
  <p:cmAuthor id="1581" name="杨岚 00340308" initials="0" lastIdx="0" clrIdx="1580"/>
  <p:cmAuthor id="1582" name="greAt" initials="g" lastIdx="0" clrIdx="1581"/>
  <p:cmAuthor id="1583" name="ghy" initials="g" lastIdx="0" clrIdx="1582"/>
  <p:cmAuthor id="1584" name="10115294" initials="1" lastIdx="0" clrIdx="1583"/>
  <p:cmAuthor id="1585" name="江莉萍|jiangliping" initials="W用" lastIdx="0" clrIdx="1584"/>
  <p:cmAuthor id="1586" name="张晓燕(内蒙古巴彦淖尔)" initials="张" lastIdx="0" clrIdx="1585"/>
  <p:cmAuthor id="1587" name="00025099" initials="0" lastIdx="0" clrIdx="1586"/>
  <p:cmAuthor id="1588" name="10201331" initials="1" lastIdx="0" clrIdx="1587"/>
  <p:cmAuthor id="1589" name="Evander Wan" initials="E" lastIdx="0" clrIdx="1588"/>
  <p:cmAuthor id="1590" name="hh" initials="h" lastIdx="0" clrIdx="1589"/>
  <p:cmAuthor id="1591" name="10024791" initials="1" lastIdx="0" clrIdx="1590"/>
  <p:cmAuthor id="1592" name="李柯然" initials="李" lastIdx="0" clrIdx="1591"/>
  <p:cmAuthor id="1593" name="Goodbobo" initials="G" lastIdx="0" clrIdx="1592"/>
  <p:cmAuthor id="1594" name="dreamsummit" initials="d" lastIdx="0" clrIdx="1593"/>
  <p:cmAuthor id="1595" name="LS" initials="L" lastIdx="0" clrIdx="1594"/>
  <p:cmAuthor id="1596" name="Morgan, Aaron" initials="M" lastIdx="0" clrIdx="1595"/>
  <p:cmAuthor id="1597" name="李 俊琦" initials="李" lastIdx="0" clrIdx="1596"/>
  <p:cmAuthor id="1598" name="沈 鹤" initials="沈" lastIdx="0" clrIdx="1597"/>
  <p:cmAuthor id="1599" name="jilin" initials="j" lastIdx="0" clrIdx="1598"/>
  <p:cmAuthor id="1600" name="Jason Li" initials="J" lastIdx="0" clrIdx="1599"/>
  <p:cmAuthor id="1601" name="Jason Cheung" initials="J" lastIdx="0" clrIdx="1600"/>
  <p:cmAuthor id="1602" name="admini" initials="a" lastIdx="0" clrIdx="1601"/>
  <p:cmAuthor id="1603" name="刘小卤" initials="刘" lastIdx="0" clrIdx="160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7" Type="http://schemas.openxmlformats.org/officeDocument/2006/relationships/font" Target="fonts/font3.fntdata"/><Relationship Id="rId46" Type="http://schemas.openxmlformats.org/officeDocument/2006/relationships/font" Target="fonts/font2.fntdata"/><Relationship Id="rId45" Type="http://schemas.openxmlformats.org/officeDocument/2006/relationships/font" Target="fonts/font1.fntdata"/><Relationship Id="rId44" Type="http://schemas.openxmlformats.org/officeDocument/2006/relationships/commentAuthors" Target="commentAuthors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中国联通与中科类脑联合推出算电一体解决方案，旨在让每一度电、每一张卡都更绿更省。该方案面向 IDC 运营方、发电与能源集团、政府与园区，能满足不同行业在能源与算力协同上的需求，助力实现绿色高效发展。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en-US" dirty="0"/>
              <a:t>本次演讲将从五方面展开。先洞察行业机遇，了解算电协同背景与市场潜力；再介绍解决方案，明确应对思路；接着阐述实施交付与商业模式，探讨落地方式；通过标杆案例展示成果；最后突出差异化核心竞争力，展现独特优势。</a:t>
            </a:r>
            <a:endParaRPr kumimoji="1" lang="en-US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402C4C-5C99-418C-ABE0-4F50C7F5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算电协同具备显著战略地位与产业刚需，呈现政策三层叠加态势。国家战略层面，东数西算、数字中国、新质生产力层层推进；部委积极开展算电协同试点、推进算力强基；多省份也开展示范落地，为算电协同发展提供有力支撑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本方案在算电协同领域资质卓越。获国家能源局首批新型电力系统“算电协同”示范项目，全国仅 2 个；是国家数据局算电协同试点任务承接方，覆盖 5 省份；2026.04 已接入中国信通院算电协同公共服务平台，三类国家级协同资质彰显实力。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本次合作主体是中国联通与中科类脑。联通有20年数字化转型经验，凭借央企算力基建、政企渠道及信创合规优势，承担客户界面、算力底座和集成交付。中科类脑作为AI国家队，研发实力强，负责算电协同大脑和电力AI。双方优势互补，共推算电一体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算电交汇现困境，单侧优化收益已达瓶颈。算力侧电力成本占比高、负荷波动大且供电要求高；电力侧需可调负荷，有峰谷差及绿电占比要求。IDC与电网需求刚性互补，打通协同“大脑”刻不容缓。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当下算电一体复合市场迎来万亿级机遇。算力侧，中国智能算力规模高速增长；电力与综合能源市场，交易扩容，规模从千亿迈向万亿。类脑承接多个示范和试点项目。2026 - 2028年三重窗口叠加，算电协同将规模化落地，是构建领先地位的关键期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三类客户面临不同难题。IDC运营方受电力成本、绿电消纳等困扰；发电与能源集团有新能源消纳、交易收益等问题；政府与园区在算力招商、能耗控制上有压力。他们共同诉求是打通“算力—电力—碳排”全链路协同方案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en-US" dirty="0"/>
              <a:t>本次演讲主要围绕五个核心板块展开。先洞察行业与战略机遇，再介绍解决方案，接着阐述实施交付与商业模式，然后分享标杆案例，最后突出差异化核心竞争力。各板块层层递进，助大家全面了解相关业务。</a:t>
            </a:r>
            <a:endParaRPr kumimoji="1" lang="en-US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402C4C-5C99-418C-ABE0-4F50C7F5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“算-电-碳”全链路智能协同，实现能源、算力、碳在时空维度协同优化。涵盖算力需求、能源流、碳排流。算电协同大脑“灵梭”，让算力与能源时空耦合、全链路智能协同，且由AI驱动，能秒级精准调配。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算电双向协同将数据中心从被动用电者转变为电网合伙人。算到电包括算力负荷预测等四项；电到算涵盖 IDC 算电优化等四点。预期成效显著，绿电占比达 100%，综合能耗降约 10%，用电成本降约 15%，交易收益增 5 - 20%，PUE 和碳强度持续优化。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灵梭的五层架构构建起强大协同运行机制。感知层融合多技术获取信息，预测层精准预测多项指标，决策层负责调度与评估，执行层实现秒级响应调配，交易层提供多种模式增收益，各层紧密协作，为算电协同提供有力支撑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“源 - 网 - 荷 - 储 - 算”一体化全景中，灵梭作为算电协同大脑，发挥中枢作用。源涵盖分布式光伏等；网包含电网接入等；荷涉及数据中心各类负荷；储有锂电储能等方式；算采用 BitaHub 异构算力与四算合一，实现全链路协同。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产品矩阵采用“一脑两翼 + 模块化应用”模式。灵梭算电协同大脑为核心，有五层架构；BitaHub 异构算力运营平台与玄视电力视觉大模型为两翼。模块化应用丰富，涵盖电力交易、虚拟电厂等。底座共享，四档商业模式灵活，可无缝升级。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当前客户面临算力与绿电错配难题，AI训练负荷摆幅大、算力资源分散且无时间弹性画像。解决方案是利用BitaHub和灵梭调度引擎，为算力任务画像、预测负荷、跨节点调度，提升绿电消纳。已取得高准确率、秒级响应等收益，有皖疆、芜湖等标杆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客户面临站内能耗高与PUE优化难的问题，如PUE受国标和客户考核限制、冷源与IT负荷未协同、智能调度手段未激活。通过IT设备建模、耗能评估、协同优化和调度等，利用SmartPue@AI和灵梭执行层，可降能耗约10%、用电成本约15%，如皖疆、芜湖方案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当前客户面临电费高、可调能力未变现问题，如电价波动缺AI决策、绿电采购缺策略、IDC未接入虚拟电厂。我们的方案是买电省钱、市场赚钱，实现功率、负荷、电价高预测准确率，让电力交易收益增5 - 20%，还有芜湖、腾格里等成功案例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客户面临碳盘查多口径不一致、绿电变现路径缺失、碳资产端到端管理不足等痛点。我们提供碳家底盘查至碳资产变现的全流程解决方案，运用能碳管理系统等工具。客户可实现ISO合规和国标报告自动生成，绿证与CCER全链变现，碳强度持续下降。皖疆方案是成功标杆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我们的方案能适配三类客户。不同客户痛点各异，如 IDC 运营方有电力成本、PUE 考核等痛点；发电与能源集团面临新能源消纳、交易策略等问题；政府与园区存在算力招商、能耗双控等难题。后续我们将分别介绍各客户的主线价值与成效。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IDC运营方面临电力成本高、PUE考核严、绿电占比要求高、碳盘查难合规及AI负荷波动大等痛点。通过智慧综合能源降能耗约10%，AI电力交易增收益5 - 20%，能碳管理实现碳资产增值，灵梭串联价值，还有专属KPI看板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发电与能源集团面临新能源消纳难、交易策略不稳、虚拟电厂聚合不足和无人化刚需等痛点。我们方案可消纳增收、交易增益、运维降本。如宾阳年省155万，龙源四星级电站年省200万。“沙戈荒模式”已在20+场站复制，适配五大发电集团等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政府与园区面临算力招商缺吸引力、能耗双控约束、绿色低碳目标缺路径及需示范认证等痛点。我们提供解决方案，如“四算合一”招商、智慧能源双控达标、能碳管理低碳示范。“皖疆模式”已有成果，是可复制的成功范例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en-US" dirty="0"/>
              <a:t>本次演讲将从五方面展开。先洞察行业机遇，明确发展方向；接着介绍解决方案，提供应对策略；再阐述交付模式，保障方案落地；然后展示标杆案例，增强说服力；最后强调核心竞争力，凸显独特优势。</a:t>
            </a:r>
            <a:endParaRPr kumimoji="1" lang="en-US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402C4C-5C99-418C-ABE0-4F50C7F5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交付分五步走，先进行潜力评估与现状诊断，接着做总体规划，再开展节能改造，之后平台运营，最后持续运营。时间上，1 - 2 月诊断，3 - 6 月改造，7 - 9 月试运行，10 - 12 月正式运营，12 + 月持续托管。中国联通与中科类脑分工明确，各展所长。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我们的四档商业模式具备三重合规兜底。数据安全采用分级分类、加密传输与分区隔离；信创合规实现昇腾/寒武纪等全栈适配；碳披露涵盖ISO、国标等四套合规口径。全方位保障，让合作无后顾之忧。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en-US" dirty="0"/>
              <a:t>这份目录涵盖行业洞察、解决方案、实施交付与商业模式、标杆案例和差异化核心竞争力。这些内容形成完整体系，先洞察行业，再给出方案与交付模式，用案例佐证，突出核心竞争力，为企业发展提供全面指引。</a:t>
            </a:r>
            <a:endParaRPr kumimoji="1" lang="en-US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402C4C-5C99-418C-ABE0-4F50C7F5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皖疆产业园作为园区型标杆，是新疆算力基地，规划 10000P，自投 2000P，与中移合建 8000P。采用三中心一平台等方案后，成效显著，绿电消纳达 100%，用电成本降 15%，综合能耗降 10%，还成国家数据局算电协同试点。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芜湖长三角集群是存量IDC改造标杆，与中国移动合建8000P。采用灵梭平台叠加、AI电力交易和碳合规方案，入选两项国家级示范。成效显著，PUE达1.20，绿电占比80%，能源费降20%，算效比≥200，可控负荷≥10%，交易收益增5 - 20%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腾格里沙戈荒新能源大基地项目极具标杆意义。一期位于宁夏中卫沙坡头，100万kW光伏属“宁湘直流”配套，一、二期共300万kW，投资153亿。采用玄视等方案，工期仅5个月，运维无人值守，还有七彩河牧光互补等佐证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海螺工业作为制造业算电延伸标杆，开展人工智能场景建设与应用项目。采用全国产化AI训练中心，涵盖多模型与云边协同，应用于生产、安全、装备场景。成效显著，算力实现4倍价值释放，展现算电融合巨大潜力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针对标杆案例指标，需关注数据来源与口径差异。案例汇总表基于项目公开信息和样板运行数据，不同项目指标维度统计各异。在对比分析时，务必统一口径，确保数据可比性与分析结果准确性。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en-US" dirty="0"/>
              <a:t>接下来将围绕几大关键板块展开介绍。行业洞察与战略机遇为我们指明方向；解决方案是应对问题的方法；实施交付与商业模式关乎落地与盈利；标杆案例展示成果；差异化核心竞争力则是我们脱颖而出的关键。</a:t>
            </a:r>
            <a:endParaRPr kumimoji="1" lang="en-US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402C4C-5C99-418C-ABE0-4F50C7F5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我们具备五大核心差异化能力。双主业两端通，实现算力调度与电力 AI 协同；三证协同能力，获能源局、数据局和信通院认可；全栈自研可解耦，模块化部署灵活；自营示范有实盘，皖疆项目成效显著；联通集成兜底，让客户合作更省心。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与对手相比，我们有五大优势。具备双主业两端通能力，实现算力调度与电力 AI 协同；拥有三证协同能力，获能源局等多方认可；全栈自研可解耦，模块化部署灵活；自营示范有实盘，皖疆项目成效显著；联通集成兜底，让客户合作更安心。</a:t>
            </a:r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面我们了解了标杆案例和核心竞争力，现在来看关键理念。算力是新型生产力，绿电是新型能源，算电一体是最短距离。中国联通与中科类脑携手，能让每一度算力更绿、更省、更赚。大家多关注这种创新模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7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773647"/>
            <a:ext cx="16256000" cy="3472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5053" y="157316"/>
            <a:ext cx="15424151" cy="86571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14832368" y="8636083"/>
            <a:ext cx="43180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rPr>
              <a:t>-</a:t>
            </a:r>
            <a:fld id="{1C84BDC9-818A-4581-8EB1-1C03F09659F9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rPr>
            </a:fld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rPr>
              <a:t>-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 flipH="1">
            <a:off x="173567" y="66887"/>
            <a:ext cx="0" cy="1054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 userDrawn="1"/>
        </p:nvSpPr>
        <p:spPr>
          <a:xfrm>
            <a:off x="6773" y="64987"/>
            <a:ext cx="132927" cy="105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9" name="图片 8" descr="中国联通&amp;联通元景联合logo彩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721080" y="263313"/>
            <a:ext cx="2369820" cy="60621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7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773647"/>
            <a:ext cx="16256000" cy="347299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4832368" y="8636083"/>
            <a:ext cx="43180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rPr>
              <a:t>-</a:t>
            </a:r>
            <a:fld id="{1C84BDC9-818A-4581-8EB1-1C03F09659F9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rPr>
            </a:fld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rPr>
              <a:t>-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endParaRPr>
          </a:p>
        </p:txBody>
      </p:sp>
      <p:pic>
        <p:nvPicPr>
          <p:cNvPr id="9" name="图片 8" descr="中国联通&amp;联通元景联合logo彩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721080" y="263313"/>
            <a:ext cx="2369820" cy="60621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350187" y="348555"/>
            <a:ext cx="12865115" cy="725684"/>
          </a:xfrm>
          <a:prstGeom prst="rect">
            <a:avLst/>
          </a:prstGeom>
        </p:spPr>
        <p:txBody>
          <a:bodyPr lIns="90914" tIns="45460" rIns="90914" bIns="45460" anchor="ctr"/>
          <a:lstStyle>
            <a:lvl1pPr algn="l">
              <a:defRPr sz="3200" b="1"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812800" y="8475133"/>
            <a:ext cx="3793067" cy="486833"/>
          </a:xfrm>
        </p:spPr>
        <p:txBody>
          <a:bodyPr/>
          <a:lstStyle>
            <a:lvl1pPr>
              <a:defRPr>
                <a:cs typeface="微软雅黑" charset="-122"/>
              </a:defRPr>
            </a:lvl1pPr>
          </a:lstStyle>
          <a:p>
            <a:pPr marL="0" marR="0" lvl="0" indent="0" algn="l" defTabSz="9086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charset="-122"/>
              <a:ea typeface="微软雅黑" charset="-122"/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554133" y="8475133"/>
            <a:ext cx="5147733" cy="486833"/>
          </a:xfrm>
        </p:spPr>
        <p:txBody>
          <a:bodyPr/>
          <a:lstStyle>
            <a:lvl1pPr>
              <a:defRPr>
                <a:cs typeface="微软雅黑" charset="-122"/>
              </a:defRPr>
            </a:lvl1pPr>
          </a:lstStyle>
          <a:p>
            <a:pPr marL="0" marR="0" lvl="0" indent="0" algn="ctr" defTabSz="9086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1A93E-D325-4B75-A63F-80B76732701E}" type="slidenum">
              <a:rPr lang="zh-CN" altLang="en-US" smtClean="0">
                <a:solidFill>
                  <a:srgbClr val="000000"/>
                </a:solidFill>
                <a:latin typeface="微软雅黑" charset="-122"/>
                <a:ea typeface="微软雅黑" charset="-122"/>
                <a:cs typeface="微软雅黑" charset="-122"/>
              </a:rPr>
            </a:fld>
            <a:endParaRPr lang="en-US" altLang="zh-CN" dirty="0">
              <a:solidFill>
                <a:srgbClr val="00000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" name="矩形 3"/>
          <p:cNvSpPr/>
          <p:nvPr userDrawn="1"/>
        </p:nvSpPr>
        <p:spPr bwMode="auto">
          <a:xfrm>
            <a:off x="0" y="1"/>
            <a:ext cx="16256000" cy="9144000"/>
          </a:xfrm>
          <a:prstGeom prst="rect">
            <a:avLst/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Line 6"/>
          <p:cNvSpPr>
            <a:spLocks noChangeShapeType="1"/>
          </p:cNvSpPr>
          <p:nvPr userDrawn="1"/>
        </p:nvSpPr>
        <p:spPr bwMode="auto">
          <a:xfrm>
            <a:off x="2013667" y="3761307"/>
            <a:ext cx="0" cy="3993647"/>
          </a:xfrm>
          <a:prstGeom prst="line">
            <a:avLst/>
          </a:prstGeom>
          <a:noFill/>
          <a:ln w="57150" cmpd="thinThick">
            <a:solidFill>
              <a:srgbClr val="EE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endParaRPr lang="zh-CN" altLang="en-US" sz="2485">
              <a:solidFill>
                <a:prstClr val="black"/>
              </a:solidFill>
              <a:ea typeface="宋体" pitchFamily="2" charset="-122"/>
            </a:endParaRPr>
          </a:p>
        </p:txBody>
      </p:sp>
      <p:pic>
        <p:nvPicPr>
          <p:cNvPr id="5" name="图片 4" descr="中国联通&amp;联通元景联合logo彩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58193" y="730673"/>
            <a:ext cx="8431953" cy="2156460"/>
          </a:xfrm>
          <a:prstGeom prst="rect">
            <a:avLst/>
          </a:prstGeom>
        </p:spPr>
      </p:pic>
    </p:spTree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90733" y="8546253"/>
            <a:ext cx="36576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481733" y="8546253"/>
            <a:ext cx="4876800" cy="365760"/>
          </a:xfrm>
        </p:spPr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3376583" y="475545"/>
            <a:ext cx="2432271" cy="366048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56" y="1496484"/>
            <a:ext cx="12192336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56" y="4802717"/>
            <a:ext cx="12192336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600" indent="0" algn="ctr">
              <a:buNone/>
              <a:defRPr sz="2665"/>
            </a:lvl2pPr>
            <a:lvl3pPr marL="1219200" indent="0" algn="ctr">
              <a:buNone/>
              <a:defRPr sz="2400"/>
            </a:lvl3pPr>
            <a:lvl4pPr marL="1828800" indent="0" algn="ctr">
              <a:buNone/>
              <a:defRPr sz="2135"/>
            </a:lvl4pPr>
            <a:lvl5pPr marL="2438400" indent="0" algn="ctr">
              <a:buNone/>
              <a:defRPr sz="2135"/>
            </a:lvl5pPr>
            <a:lvl6pPr marL="3048000" indent="0" algn="ctr">
              <a:buNone/>
              <a:defRPr sz="2135"/>
            </a:lvl6pPr>
            <a:lvl7pPr marL="3657600" indent="0" algn="ctr">
              <a:buNone/>
              <a:defRPr sz="2135"/>
            </a:lvl7pPr>
            <a:lvl8pPr marL="4267200" indent="0" algn="ctr">
              <a:buNone/>
              <a:defRPr sz="2135"/>
            </a:lvl8pPr>
            <a:lvl9pPr marL="4876800" indent="0" algn="ctr">
              <a:buNone/>
              <a:defRPr sz="213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17631" y="8475135"/>
            <a:ext cx="3657701" cy="486833"/>
          </a:xfrm>
        </p:spPr>
        <p:txBody>
          <a:bodyPr/>
          <a:lstStyle/>
          <a:p>
            <a:fld id="{BCCEE325-5CF2-6442-B2A1-99AB0BBDA73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4949" y="8475135"/>
            <a:ext cx="5486552" cy="486833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81117" y="8475135"/>
            <a:ext cx="3657701" cy="486833"/>
          </a:xfrm>
        </p:spPr>
        <p:txBody>
          <a:bodyPr/>
          <a:lstStyle/>
          <a:p>
            <a:fld id="{74D09380-D82F-2648-99CB-148AE170275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微信图片_202508071027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319000" y="-186267"/>
            <a:ext cx="3774440" cy="1688253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冬奥联通版范例一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9261" y="0"/>
            <a:ext cx="1334004" cy="845071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12165984" y="24881"/>
            <a:ext cx="1667281" cy="4603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2540" y="425873"/>
            <a:ext cx="16261927" cy="1066800"/>
            <a:chOff x="3" y="503"/>
            <a:chExt cx="19207" cy="1260"/>
          </a:xfrm>
        </p:grpSpPr>
        <p:pic>
          <p:nvPicPr>
            <p:cNvPr id="7" name="图片 6" descr="8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" y="503"/>
              <a:ext cx="13556" cy="1260"/>
            </a:xfrm>
            <a:prstGeom prst="rect">
              <a:avLst/>
            </a:prstGeom>
          </p:spPr>
        </p:pic>
        <p:pic>
          <p:nvPicPr>
            <p:cNvPr id="8" name="图片 7" descr="8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5654" y="503"/>
              <a:ext cx="13556" cy="126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7"/>
          <p:cNvPicPr>
            <a:picLocks noChangeAspect="1"/>
          </p:cNvPicPr>
          <p:nvPr userDrawn="1"/>
        </p:nvPicPr>
        <p:blipFill rotWithShape="1">
          <a:blip r:embed="rId2"/>
          <a:srcRect r="28076"/>
          <a:stretch>
            <a:fillRect/>
          </a:stretch>
        </p:blipFill>
        <p:spPr>
          <a:xfrm>
            <a:off x="0" y="773647"/>
            <a:ext cx="16256000" cy="347299"/>
          </a:xfrm>
          <a:prstGeom prst="rect">
            <a:avLst/>
          </a:prstGeom>
        </p:spPr>
      </p:pic>
      <p:sp>
        <p:nvSpPr>
          <p:cNvPr id="5" name="标题 4"/>
          <p:cNvSpPr/>
          <p:nvPr userDrawn="1"/>
        </p:nvSpPr>
        <p:spPr>
          <a:xfrm>
            <a:off x="0" y="847"/>
            <a:ext cx="1556173" cy="112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txBody>
          <a:bodyPr vert="horz" wrap="square" lIns="121920" tIns="60960" rIns="121920" bIns="60960" numCol="1" anchor="ctr" anchorCtr="0" compatLnSpc="1"/>
          <a:lstStyle>
            <a:lvl1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  <a:lvl2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charset="-122"/>
                <a:ea typeface="微软雅黑" charset="-122"/>
              </a:defRPr>
            </a:lvl2pPr>
            <a:lvl3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charset="-122"/>
                <a:ea typeface="微软雅黑" charset="-122"/>
              </a:defRPr>
            </a:lvl3pPr>
            <a:lvl4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charset="-122"/>
                <a:ea typeface="微软雅黑" charset="-122"/>
              </a:defRPr>
            </a:lvl4pPr>
            <a:lvl5pPr marL="361950" indent="-361950" algn="l" rtl="0" eaLnBrk="0" fontAlgn="base" hangingPunct="0">
              <a:spcBef>
                <a:spcPts val="600"/>
              </a:spcBef>
              <a:spcAft>
                <a:spcPts val="600"/>
              </a:spcAft>
              <a:defRPr sz="2400" b="1">
                <a:solidFill>
                  <a:schemeClr val="tx1"/>
                </a:solidFill>
                <a:latin typeface="微软雅黑" charset="-122"/>
                <a:ea typeface="微软雅黑" charset="-122"/>
              </a:defRPr>
            </a:lvl5pPr>
            <a:lvl6pPr marL="8191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6pPr>
            <a:lvl7pPr marL="12763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7pPr>
            <a:lvl8pPr marL="17335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8pPr>
            <a:lvl9pPr marL="2190750" algn="l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charset="-122"/>
              </a:defRPr>
            </a:lvl9pPr>
          </a:lstStyle>
          <a:p>
            <a:pPr marL="0" indent="0" algn="ctr" defTabSz="0">
              <a:tabLst>
                <a:tab pos="0" algn="l"/>
              </a:tabLst>
            </a:pPr>
            <a:endParaRPr lang="zh-CN" altLang="en-US" sz="2665" dirty="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2" name="直接连接符 1"/>
          <p:cNvCxnSpPr/>
          <p:nvPr userDrawn="1"/>
        </p:nvCxnSpPr>
        <p:spPr>
          <a:xfrm flipH="1">
            <a:off x="173567" y="66887"/>
            <a:ext cx="0" cy="1054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6773" y="64987"/>
            <a:ext cx="132927" cy="105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文本框 8"/>
          <p:cNvSpPr txBox="1"/>
          <p:nvPr userDrawn="1"/>
        </p:nvSpPr>
        <p:spPr>
          <a:xfrm>
            <a:off x="14853920" y="8576733"/>
            <a:ext cx="1056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z="160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pic>
        <p:nvPicPr>
          <p:cNvPr id="4" name="图片 3" descr="中国联通&amp;联通元景联合logo彩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962467" y="161713"/>
            <a:ext cx="3120813" cy="798407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56" y="1496484"/>
            <a:ext cx="12192336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56" y="4802717"/>
            <a:ext cx="12192336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600" indent="0" algn="ctr">
              <a:buNone/>
              <a:defRPr sz="2665"/>
            </a:lvl2pPr>
            <a:lvl3pPr marL="1219200" indent="0" algn="ctr">
              <a:buNone/>
              <a:defRPr sz="2400"/>
            </a:lvl3pPr>
            <a:lvl4pPr marL="1828800" indent="0" algn="ctr">
              <a:buNone/>
              <a:defRPr sz="2135"/>
            </a:lvl4pPr>
            <a:lvl5pPr marL="2438400" indent="0" algn="ctr">
              <a:buNone/>
              <a:defRPr sz="2135"/>
            </a:lvl5pPr>
            <a:lvl6pPr marL="3048000" indent="0" algn="ctr">
              <a:buNone/>
              <a:defRPr sz="2135"/>
            </a:lvl6pPr>
            <a:lvl7pPr marL="3657600" indent="0" algn="ctr">
              <a:buNone/>
              <a:defRPr sz="2135"/>
            </a:lvl7pPr>
            <a:lvl8pPr marL="4267200" indent="0" algn="ctr">
              <a:buNone/>
              <a:defRPr sz="2135"/>
            </a:lvl8pPr>
            <a:lvl9pPr marL="4876800" indent="0" algn="ctr">
              <a:buNone/>
              <a:defRPr sz="213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17631" y="8475135"/>
            <a:ext cx="3657701" cy="486833"/>
          </a:xfrm>
        </p:spPr>
        <p:txBody>
          <a:bodyPr/>
          <a:lstStyle/>
          <a:p>
            <a:fld id="{BCCEE325-5CF2-6442-B2A1-99AB0BBDA73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4949" y="8475135"/>
            <a:ext cx="5486552" cy="486833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81117" y="8475135"/>
            <a:ext cx="3657701" cy="486833"/>
          </a:xfrm>
        </p:spPr>
        <p:txBody>
          <a:bodyPr/>
          <a:lstStyle/>
          <a:p>
            <a:fld id="{74D09380-D82F-2648-99CB-148AE170275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117600" y="8475133"/>
            <a:ext cx="3657600" cy="486833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3" Type="http://schemas.openxmlformats.org/officeDocument/2006/relationships/theme" Target="../theme/theme2.xml"/><Relationship Id="rId12" Type="http://schemas.openxmlformats.org/officeDocument/2006/relationships/image" Target="../media/image7.png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C:\Users\vivianting\Desktop\未标题8.png"/>
          <p:cNvPicPr>
            <a:picLocks noChangeAspect="1" noChangeArrowheads="1"/>
          </p:cNvPicPr>
          <p:nvPr/>
        </p:nvPicPr>
        <p:blipFill>
          <a:blip r:embed="rId12" cstate="screen"/>
          <a:srcRect/>
          <a:stretch>
            <a:fillRect/>
          </a:stretch>
        </p:blipFill>
        <p:spPr bwMode="auto">
          <a:xfrm>
            <a:off x="13843000" y="7048500"/>
            <a:ext cx="2413000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1433" y="251884"/>
            <a:ext cx="15424151" cy="865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标题文本样式：微软雅黑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  <a:endParaRPr lang="en-US" altLang="zh-CN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1851" y="1308100"/>
            <a:ext cx="14592300" cy="7357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第一级内容文本样式：微软雅黑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  <a:endParaRPr lang="en-US" altLang="zh-CN"/>
          </a:p>
          <a:p>
            <a:pPr lvl="1"/>
            <a:r>
              <a:rPr lang="zh-CN" altLang="en-US"/>
              <a:t>第二级内容文本样式：微软雅黑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  <a:endParaRPr lang="en-US" altLang="zh-CN"/>
          </a:p>
          <a:p>
            <a:pPr lvl="2"/>
            <a:r>
              <a:rPr lang="zh-CN" altLang="en-US"/>
              <a:t>第三级内容文本样式：微软雅黑</a:t>
            </a:r>
            <a:r>
              <a:rPr lang="en-US" altLang="zh-CN"/>
              <a:t>/14</a:t>
            </a:r>
            <a:r>
              <a:rPr lang="zh-CN" altLang="en-US"/>
              <a:t>号  </a:t>
            </a:r>
            <a:r>
              <a:rPr lang="en-US" altLang="zh-CN"/>
              <a:t>Arial/14pt</a:t>
            </a:r>
            <a:endParaRPr lang="en-US" altLang="zh-CN"/>
          </a:p>
          <a:p>
            <a:pPr lvl="3"/>
            <a:r>
              <a:rPr lang="zh-CN" altLang="en-US"/>
              <a:t>第四级内容文本样式：微软雅黑</a:t>
            </a:r>
            <a:r>
              <a:rPr lang="en-US" altLang="zh-CN"/>
              <a:t>/12</a:t>
            </a:r>
            <a:r>
              <a:rPr lang="zh-CN" altLang="en-US"/>
              <a:t>号  </a:t>
            </a:r>
            <a:r>
              <a:rPr lang="en-US" altLang="zh-CN"/>
              <a:t>Arial/12pt</a:t>
            </a:r>
            <a:endParaRPr lang="en-US" altLang="zh-CN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190499" y="8822267"/>
            <a:ext cx="6938433" cy="408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90204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ransition>
    <p:fade/>
  </p:transition>
  <p:hf hdr="0" ftr="0" dt="0"/>
  <p:txStyles>
    <p:titleStyle>
      <a:lvl1pPr marL="482600" indent="-482600" algn="l" rtl="0" eaLnBrk="0" fontAlgn="base" hangingPunct="0">
        <a:spcBef>
          <a:spcPts val="800"/>
        </a:spcBef>
        <a:spcAft>
          <a:spcPts val="600"/>
        </a:spcAft>
        <a:defRPr sz="3200" b="1">
          <a:solidFill>
            <a:schemeClr val="tx1"/>
          </a:solidFill>
          <a:latin typeface="+mj-ea"/>
          <a:ea typeface="+mj-ea"/>
          <a:cs typeface="+mj-cs"/>
        </a:defRPr>
      </a:lvl1pPr>
      <a:lvl2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charset="-122"/>
          <a:ea typeface="微软雅黑" charset="-122"/>
        </a:defRPr>
      </a:lvl2pPr>
      <a:lvl3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charset="-122"/>
          <a:ea typeface="微软雅黑" charset="-122"/>
        </a:defRPr>
      </a:lvl3pPr>
      <a:lvl4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charset="-122"/>
          <a:ea typeface="微软雅黑" charset="-122"/>
        </a:defRPr>
      </a:lvl4pPr>
      <a:lvl5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charset="-122"/>
          <a:ea typeface="微软雅黑" charset="-122"/>
        </a:defRPr>
      </a:lvl5pPr>
      <a:lvl6pPr marL="8191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90204" pitchFamily="34" charset="0"/>
          <a:ea typeface="黑体" panose="02010609060101010101" charset="-122"/>
        </a:defRPr>
      </a:lvl6pPr>
      <a:lvl7pPr marL="12763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90204" pitchFamily="34" charset="0"/>
          <a:ea typeface="黑体" panose="02010609060101010101" charset="-122"/>
        </a:defRPr>
      </a:lvl7pPr>
      <a:lvl8pPr marL="17335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90204" pitchFamily="34" charset="0"/>
          <a:ea typeface="黑体" panose="02010609060101010101" charset="-122"/>
        </a:defRPr>
      </a:lvl8pPr>
      <a:lvl9pPr marL="21907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90204" pitchFamily="34" charset="0"/>
          <a:ea typeface="黑体" panose="02010609060101010101" charset="-122"/>
        </a:defRPr>
      </a:lvl9pPr>
    </p:titleStyle>
    <p:bodyStyle>
      <a:lvl1pPr marL="241300" indent="-241300" algn="l" rtl="0" eaLnBrk="0" fontAlgn="ctr" hangingPunct="0">
        <a:lnSpc>
          <a:spcPct val="130000"/>
        </a:lnSpc>
        <a:spcBef>
          <a:spcPts val="13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4265" b="1">
          <a:solidFill>
            <a:schemeClr val="tx1"/>
          </a:solidFill>
          <a:latin typeface="+mj-ea"/>
          <a:ea typeface="+mj-ea"/>
          <a:cs typeface="+mn-cs"/>
        </a:defRPr>
      </a:lvl1pPr>
      <a:lvl2pPr marL="721995" indent="-241300" algn="l" rtl="0" eaLnBrk="0" fontAlgn="ctr" hangingPunct="0">
        <a:lnSpc>
          <a:spcPct val="130000"/>
        </a:lnSpc>
        <a:spcBef>
          <a:spcPts val="13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2135">
          <a:solidFill>
            <a:schemeClr val="tx1"/>
          </a:solidFill>
          <a:latin typeface="+mj-ea"/>
          <a:ea typeface="+mj-ea"/>
        </a:defRPr>
      </a:lvl2pPr>
      <a:lvl3pPr marL="1193800" indent="-233045" algn="l" rtl="0" eaLnBrk="0" fontAlgn="ctr" hangingPunct="0">
        <a:lnSpc>
          <a:spcPct val="130000"/>
        </a:lnSpc>
        <a:spcBef>
          <a:spcPts val="13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865">
          <a:solidFill>
            <a:schemeClr val="tx1"/>
          </a:solidFill>
          <a:latin typeface="+mj-ea"/>
          <a:ea typeface="+mj-ea"/>
        </a:defRPr>
      </a:lvl3pPr>
      <a:lvl4pPr marL="1674495" indent="-241300" algn="l" rtl="0" eaLnBrk="0" fontAlgn="ctr" hangingPunct="0">
        <a:lnSpc>
          <a:spcPct val="130000"/>
        </a:lnSpc>
        <a:spcBef>
          <a:spcPts val="13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600">
          <a:solidFill>
            <a:schemeClr val="tx1"/>
          </a:solidFill>
          <a:latin typeface="+mj-ea"/>
          <a:ea typeface="+mj-ea"/>
        </a:defRPr>
      </a:lvl4pPr>
      <a:lvl5pPr marL="2159000" indent="-245745" algn="l" rtl="0" eaLnBrk="0" fontAlgn="ctr" hangingPunct="0">
        <a:lnSpc>
          <a:spcPct val="120000"/>
        </a:lnSpc>
        <a:spcBef>
          <a:spcPts val="13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335">
          <a:solidFill>
            <a:schemeClr val="tx1"/>
          </a:solidFill>
          <a:latin typeface="+mj-lt"/>
          <a:ea typeface="华文细黑" panose="02010600040101010101" pitchFamily="2" charset="-122"/>
        </a:defRPr>
      </a:lvl5pPr>
      <a:lvl6pPr marL="2768600" indent="-245745" algn="l" rtl="0" eaLnBrk="1" fontAlgn="ctr" hangingPunct="1">
        <a:lnSpc>
          <a:spcPct val="120000"/>
        </a:lnSpc>
        <a:spcBef>
          <a:spcPts val="13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335">
          <a:solidFill>
            <a:schemeClr val="tx1"/>
          </a:solidFill>
          <a:latin typeface="+mj-lt"/>
          <a:ea typeface="华文细黑" panose="02010600040101010101" pitchFamily="2" charset="-122"/>
        </a:defRPr>
      </a:lvl6pPr>
      <a:lvl7pPr marL="3378200" indent="-245745" algn="l" rtl="0" eaLnBrk="1" fontAlgn="ctr" hangingPunct="1">
        <a:lnSpc>
          <a:spcPct val="120000"/>
        </a:lnSpc>
        <a:spcBef>
          <a:spcPts val="13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335">
          <a:solidFill>
            <a:schemeClr val="tx1"/>
          </a:solidFill>
          <a:latin typeface="+mj-lt"/>
          <a:ea typeface="华文细黑" panose="02010600040101010101" pitchFamily="2" charset="-122"/>
        </a:defRPr>
      </a:lvl7pPr>
      <a:lvl8pPr marL="3987800" indent="-245745" algn="l" rtl="0" eaLnBrk="1" fontAlgn="ctr" hangingPunct="1">
        <a:lnSpc>
          <a:spcPct val="120000"/>
        </a:lnSpc>
        <a:spcBef>
          <a:spcPts val="13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335">
          <a:solidFill>
            <a:schemeClr val="tx1"/>
          </a:solidFill>
          <a:latin typeface="+mj-lt"/>
          <a:ea typeface="华文细黑" panose="02010600040101010101" pitchFamily="2" charset="-122"/>
        </a:defRPr>
      </a:lvl8pPr>
      <a:lvl9pPr marL="4597400" indent="-245745" algn="l" rtl="0" eaLnBrk="1" fontAlgn="ctr" hangingPunct="1">
        <a:lnSpc>
          <a:spcPct val="120000"/>
        </a:lnSpc>
        <a:spcBef>
          <a:spcPts val="13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335">
          <a:solidFill>
            <a:schemeClr val="tx1"/>
          </a:solidFill>
          <a:latin typeface="+mj-lt"/>
          <a:ea typeface="华文细黑" panose="02010600040101010101" pitchFamily="2" charset="-122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/>
          </p:cNvSpPr>
          <p:nvPr>
            <p:ph type="title"/>
          </p:nvPr>
        </p:nvSpPr>
        <p:spPr bwMode="auto">
          <a:xfrm>
            <a:off x="461433" y="251884"/>
            <a:ext cx="15424151" cy="865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标题文本样式：微软雅黑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  <a:endParaRPr lang="en-US" altLang="zh-CN"/>
          </a:p>
        </p:txBody>
      </p:sp>
      <p:sp>
        <p:nvSpPr>
          <p:cNvPr id="1028" name="Rectangle 3"/>
          <p:cNvSpPr>
            <a:spLocks noGrp="1"/>
          </p:cNvSpPr>
          <p:nvPr>
            <p:ph type="body" idx="1"/>
          </p:nvPr>
        </p:nvSpPr>
        <p:spPr bwMode="auto">
          <a:xfrm>
            <a:off x="831851" y="1308100"/>
            <a:ext cx="14592300" cy="7357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第一级内容文本样式：微软雅黑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  <a:endParaRPr lang="en-US" altLang="zh-CN"/>
          </a:p>
          <a:p>
            <a:pPr lvl="1"/>
            <a:r>
              <a:rPr lang="zh-CN" altLang="en-US"/>
              <a:t>第二级内容文本样式：微软雅黑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  <a:endParaRPr lang="en-US" altLang="zh-CN"/>
          </a:p>
          <a:p>
            <a:pPr lvl="2"/>
            <a:r>
              <a:rPr lang="zh-CN" altLang="en-US"/>
              <a:t>第三级内容文本样式：微软雅黑</a:t>
            </a:r>
            <a:r>
              <a:rPr lang="en-US" altLang="zh-CN"/>
              <a:t>/14</a:t>
            </a:r>
            <a:r>
              <a:rPr lang="zh-CN" altLang="en-US"/>
              <a:t>号  </a:t>
            </a:r>
            <a:r>
              <a:rPr lang="en-US" altLang="zh-CN"/>
              <a:t>Arial/14pt</a:t>
            </a:r>
            <a:endParaRPr lang="en-US" altLang="zh-CN"/>
          </a:p>
          <a:p>
            <a:pPr lvl="3"/>
            <a:r>
              <a:rPr lang="zh-CN" altLang="en-US"/>
              <a:t>第四级内容文本样式：微软雅黑</a:t>
            </a:r>
            <a:r>
              <a:rPr lang="en-US" altLang="zh-CN"/>
              <a:t>/12</a:t>
            </a:r>
            <a:r>
              <a:rPr lang="zh-CN" altLang="en-US"/>
              <a:t>号  </a:t>
            </a:r>
            <a:r>
              <a:rPr lang="en-US" altLang="zh-CN"/>
              <a:t>Arial/12pt</a:t>
            </a:r>
            <a:endParaRPr lang="en-US" altLang="zh-CN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14171507" y="8735907"/>
            <a:ext cx="1843193" cy="408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transition>
    <p:fade/>
  </p:transition>
  <p:hf hdr="0" ftr="0" dt="0"/>
  <p:txStyles>
    <p:titleStyle>
      <a:lvl1pPr marL="482600" indent="-482600" algn="l" rtl="0" eaLnBrk="0" fontAlgn="base" hangingPunct="0">
        <a:spcBef>
          <a:spcPts val="800"/>
        </a:spcBef>
        <a:spcAft>
          <a:spcPts val="600"/>
        </a:spcAft>
        <a:defRPr sz="3200" b="1">
          <a:solidFill>
            <a:schemeClr val="tx1"/>
          </a:solidFill>
          <a:latin typeface="+mj-ea"/>
          <a:ea typeface="+mj-ea"/>
          <a:cs typeface="+mj-cs"/>
        </a:defRPr>
      </a:lvl1pPr>
      <a:lvl2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charset="-122"/>
          <a:ea typeface="微软雅黑" charset="-122"/>
        </a:defRPr>
      </a:lvl2pPr>
      <a:lvl3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charset="-122"/>
          <a:ea typeface="微软雅黑" charset="-122"/>
        </a:defRPr>
      </a:lvl3pPr>
      <a:lvl4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charset="-122"/>
          <a:ea typeface="微软雅黑" charset="-122"/>
        </a:defRPr>
      </a:lvl4pPr>
      <a:lvl5pPr marL="361950" indent="-361950" algn="l" rtl="0" eaLnBrk="0" fontAlgn="base" hangingPunct="0">
        <a:spcBef>
          <a:spcPts val="600"/>
        </a:spcBef>
        <a:spcAft>
          <a:spcPts val="600"/>
        </a:spcAft>
        <a:defRPr sz="2400" b="1">
          <a:solidFill>
            <a:schemeClr val="tx1"/>
          </a:solidFill>
          <a:latin typeface="微软雅黑" charset="-122"/>
          <a:ea typeface="微软雅黑" charset="-122"/>
        </a:defRPr>
      </a:lvl5pPr>
      <a:lvl6pPr marL="8191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90204" pitchFamily="34" charset="0"/>
          <a:ea typeface="黑体" panose="02010609060101010101" charset="-122"/>
        </a:defRPr>
      </a:lvl6pPr>
      <a:lvl7pPr marL="12763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90204" pitchFamily="34" charset="0"/>
          <a:ea typeface="黑体" panose="02010609060101010101" charset="-122"/>
        </a:defRPr>
      </a:lvl7pPr>
      <a:lvl8pPr marL="17335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90204" pitchFamily="34" charset="0"/>
          <a:ea typeface="黑体" panose="02010609060101010101" charset="-122"/>
        </a:defRPr>
      </a:lvl8pPr>
      <a:lvl9pPr marL="219075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90204" pitchFamily="34" charset="0"/>
          <a:ea typeface="黑体" panose="02010609060101010101" charset="-122"/>
        </a:defRPr>
      </a:lvl9pPr>
    </p:titleStyle>
    <p:bodyStyle>
      <a:lvl1pPr marL="241300" indent="-241300" algn="l" rtl="0" eaLnBrk="0" fontAlgn="ctr" hangingPunct="0">
        <a:lnSpc>
          <a:spcPct val="130000"/>
        </a:lnSpc>
        <a:spcBef>
          <a:spcPts val="13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4265" b="1">
          <a:solidFill>
            <a:schemeClr val="tx1"/>
          </a:solidFill>
          <a:latin typeface="+mj-ea"/>
          <a:ea typeface="+mj-ea"/>
          <a:cs typeface="+mn-cs"/>
        </a:defRPr>
      </a:lvl1pPr>
      <a:lvl2pPr marL="721995" indent="-241300" algn="l" rtl="0" eaLnBrk="0" fontAlgn="ctr" hangingPunct="0">
        <a:lnSpc>
          <a:spcPct val="130000"/>
        </a:lnSpc>
        <a:spcBef>
          <a:spcPts val="13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2135">
          <a:solidFill>
            <a:schemeClr val="tx1"/>
          </a:solidFill>
          <a:latin typeface="+mj-ea"/>
          <a:ea typeface="+mj-ea"/>
        </a:defRPr>
      </a:lvl2pPr>
      <a:lvl3pPr marL="1193800" indent="-233045" algn="l" rtl="0" eaLnBrk="0" fontAlgn="ctr" hangingPunct="0">
        <a:lnSpc>
          <a:spcPct val="130000"/>
        </a:lnSpc>
        <a:spcBef>
          <a:spcPts val="13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865">
          <a:solidFill>
            <a:schemeClr val="tx1"/>
          </a:solidFill>
          <a:latin typeface="+mj-ea"/>
          <a:ea typeface="+mj-ea"/>
        </a:defRPr>
      </a:lvl3pPr>
      <a:lvl4pPr marL="1674495" indent="-241300" algn="l" rtl="0" eaLnBrk="0" fontAlgn="ctr" hangingPunct="0">
        <a:lnSpc>
          <a:spcPct val="130000"/>
        </a:lnSpc>
        <a:spcBef>
          <a:spcPts val="130"/>
        </a:spcBef>
        <a:spcAft>
          <a:spcPts val="60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600">
          <a:solidFill>
            <a:schemeClr val="tx1"/>
          </a:solidFill>
          <a:latin typeface="+mj-ea"/>
          <a:ea typeface="+mj-ea"/>
        </a:defRPr>
      </a:lvl4pPr>
      <a:lvl5pPr marL="2159000" indent="-245745" algn="l" rtl="0" eaLnBrk="0" fontAlgn="ctr" hangingPunct="0">
        <a:lnSpc>
          <a:spcPct val="120000"/>
        </a:lnSpc>
        <a:spcBef>
          <a:spcPts val="13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335">
          <a:solidFill>
            <a:schemeClr val="tx1"/>
          </a:solidFill>
          <a:latin typeface="+mj-lt"/>
          <a:ea typeface="华文细黑" panose="02010600040101010101" pitchFamily="2" charset="-122"/>
        </a:defRPr>
      </a:lvl5pPr>
      <a:lvl6pPr marL="2768600" indent="-245745" algn="l" rtl="0" eaLnBrk="1" fontAlgn="ctr" hangingPunct="1">
        <a:lnSpc>
          <a:spcPct val="120000"/>
        </a:lnSpc>
        <a:spcBef>
          <a:spcPts val="13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335">
          <a:solidFill>
            <a:schemeClr val="tx1"/>
          </a:solidFill>
          <a:latin typeface="+mj-lt"/>
          <a:ea typeface="华文细黑" panose="02010600040101010101" pitchFamily="2" charset="-122"/>
        </a:defRPr>
      </a:lvl6pPr>
      <a:lvl7pPr marL="3378200" indent="-245745" algn="l" rtl="0" eaLnBrk="1" fontAlgn="ctr" hangingPunct="1">
        <a:lnSpc>
          <a:spcPct val="120000"/>
        </a:lnSpc>
        <a:spcBef>
          <a:spcPts val="13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335">
          <a:solidFill>
            <a:schemeClr val="tx1"/>
          </a:solidFill>
          <a:latin typeface="+mj-lt"/>
          <a:ea typeface="华文细黑" panose="02010600040101010101" pitchFamily="2" charset="-122"/>
        </a:defRPr>
      </a:lvl7pPr>
      <a:lvl8pPr marL="3987800" indent="-245745" algn="l" rtl="0" eaLnBrk="1" fontAlgn="ctr" hangingPunct="1">
        <a:lnSpc>
          <a:spcPct val="120000"/>
        </a:lnSpc>
        <a:spcBef>
          <a:spcPts val="13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335">
          <a:solidFill>
            <a:schemeClr val="tx1"/>
          </a:solidFill>
          <a:latin typeface="+mj-lt"/>
          <a:ea typeface="华文细黑" panose="02010600040101010101" pitchFamily="2" charset="-122"/>
        </a:defRPr>
      </a:lvl8pPr>
      <a:lvl9pPr marL="4597400" indent="-245745" algn="l" rtl="0" eaLnBrk="1" fontAlgn="ctr" hangingPunct="1">
        <a:lnSpc>
          <a:spcPct val="120000"/>
        </a:lnSpc>
        <a:spcBef>
          <a:spcPts val="13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1335">
          <a:solidFill>
            <a:schemeClr val="tx1"/>
          </a:solidFill>
          <a:latin typeface="+mj-lt"/>
          <a:ea typeface="华文细黑" panose="02010600040101010101" pitchFamily="2" charset="-122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7" Type="http://schemas.openxmlformats.org/officeDocument/2006/relationships/notesSlide" Target="../notesSlides/notesSlide4.xml"/><Relationship Id="rId16" Type="http://schemas.openxmlformats.org/officeDocument/2006/relationships/slideLayout" Target="../slideLayouts/slideLayout14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7" Type="http://schemas.openxmlformats.org/officeDocument/2006/relationships/notesSlide" Target="../notesSlides/notesSlide9.xml"/><Relationship Id="rId16" Type="http://schemas.openxmlformats.org/officeDocument/2006/relationships/slideLayout" Target="../slideLayouts/slideLayout11.xml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7" Type="http://schemas.openxmlformats.org/officeDocument/2006/relationships/notesSlide" Target="../notesSlides/notesSlide23.xml"/><Relationship Id="rId16" Type="http://schemas.openxmlformats.org/officeDocument/2006/relationships/slideLayout" Target="../slideLayouts/slideLayout1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tags" Target="../tags/tag4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7" Type="http://schemas.openxmlformats.org/officeDocument/2006/relationships/notesSlide" Target="../notesSlides/notesSlide26.xml"/><Relationship Id="rId16" Type="http://schemas.openxmlformats.org/officeDocument/2006/relationships/slideLayout" Target="../slideLayouts/slideLayout11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tags" Target="../tags/tag6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7" Type="http://schemas.openxmlformats.org/officeDocument/2006/relationships/notesSlide" Target="../notesSlides/notesSlide32.xml"/><Relationship Id="rId16" Type="http://schemas.openxmlformats.org/officeDocument/2006/relationships/slideLayout" Target="../slideLayouts/slideLayout11.xml"/><Relationship Id="rId15" Type="http://schemas.openxmlformats.org/officeDocument/2006/relationships/tags" Target="../tags/tag90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tags" Target="../tags/tag7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zoxoayp5pjtrq/mnt/agents/output/computing-power/images/6_1_600_Futuristic_Modern_Server_Room.png"/>
          <p:cNvPicPr>
            <a:picLocks noChangeAspect="1"/>
          </p:cNvPicPr>
          <p:nvPr/>
        </p:nvPicPr>
        <p:blipFill>
          <a:blip r:embed="rId1"/>
          <a:srcRect l="30015" r="30015"/>
          <a:stretch>
            <a:fillRect/>
          </a:stretch>
        </p:blipFill>
        <p:spPr>
          <a:xfrm>
            <a:off x="9753600" y="0"/>
            <a:ext cx="65024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753600" y="0"/>
            <a:ext cx="6502400" cy="9144000"/>
          </a:xfrm>
          <a:prstGeom prst="rect">
            <a:avLst/>
          </a:prstGeom>
          <a:gradFill flip="none" rotWithShape="1">
            <a:gsLst>
              <a:gs pos="0">
                <a:srgbClr val="E60012">
                  <a:alpha val="80000"/>
                </a:srgbClr>
              </a:gs>
              <a:gs pos="60000">
                <a:srgbClr val="E60012">
                  <a:alpha val="50000"/>
                </a:srgbClr>
              </a:gs>
              <a:gs pos="100000">
                <a:srgbClr val="E60012">
                  <a:alpha val="20000"/>
                </a:srgbClr>
              </a:gs>
            </a:gsLst>
            <a:lin ang="0" scaled="1"/>
          </a:gradFill>
        </p:spPr>
      </p:sp>
      <p:sp>
        <p:nvSpPr>
          <p:cNvPr id="4" name="Text 1"/>
          <p:cNvSpPr/>
          <p:nvPr/>
        </p:nvSpPr>
        <p:spPr>
          <a:xfrm>
            <a:off x="1016000" y="2794000"/>
            <a:ext cx="8255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4600" b="1" kern="0" spc="2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算电一体</a:t>
            </a:r>
            <a:endParaRPr lang="en-US" sz="1600" dirty="0">
              <a:latin typeface="微软雅黑" pitchFamily="34" charset="0"/>
              <a:ea typeface="微软雅黑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3600" kern="0" spc="2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让每一度电、每一张卡都更绿更省</a:t>
            </a:r>
            <a:endParaRPr lang="en-US" sz="1600" dirty="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016000" y="4699000"/>
            <a:ext cx="762000" cy="50800"/>
          </a:xfrm>
          <a:prstGeom prst="rect">
            <a:avLst/>
          </a:prstGeom>
          <a:solidFill>
            <a:srgbClr val="E60012"/>
          </a:solidFill>
        </p:spPr>
      </p:sp>
      <p:sp>
        <p:nvSpPr>
          <p:cNvPr id="6" name="Text 3"/>
          <p:cNvSpPr/>
          <p:nvPr/>
        </p:nvSpPr>
        <p:spPr>
          <a:xfrm>
            <a:off x="1016000" y="5016500"/>
            <a:ext cx="762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2D2D2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中国联通 × 中科类脑 · 联合解决方案</a:t>
            </a:r>
            <a:endParaRPr lang="en-US" sz="2200" dirty="0">
              <a:solidFill>
                <a:srgbClr val="2D2D2D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16000" y="5715000"/>
            <a:ext cx="762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面向行业：IDC 运营方 / 发电与能源集团 / 政府与园区</a:t>
            </a:r>
            <a:endParaRPr lang="en-US" sz="1400" dirty="0">
              <a:solidFill>
                <a:srgbClr val="8A8A8E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16000" y="8509000"/>
            <a:ext cx="508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中国联通 × 中科类脑 联合解决方案白皮书</a:t>
            </a:r>
            <a:endParaRPr lang="en-US" sz="1200" dirty="0">
              <a:solidFill>
                <a:srgbClr val="8A8A8E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77927" y="2225887"/>
            <a:ext cx="143087" cy="59258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218" tIns="60613" rIns="121218" bIns="60613" rtlCol="0" anchor="ctr"/>
          <a:lstStyle>
            <a:lvl1pPr marL="0" marR="0" indent="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1pPr>
            <a:lvl2pPr marL="0" marR="0" indent="4572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2pPr>
            <a:lvl3pPr marL="0" marR="0" indent="9144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3pPr>
            <a:lvl4pPr marL="0" marR="0" indent="13716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4pPr>
            <a:lvl5pPr marL="0" marR="0" indent="18288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5pPr>
            <a:lvl6pPr marL="0" marR="0" indent="22860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6pPr>
            <a:lvl7pPr marL="0" marR="0" indent="27432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7pPr>
            <a:lvl8pPr marL="0" marR="0" indent="32004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8pPr>
            <a:lvl9pPr marL="0" marR="0" indent="36576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9pPr>
          </a:lstStyle>
          <a:p>
            <a:pPr algn="ctr" defTabSz="908685" eaLnBrk="1" fontAlgn="auto" hangingPunct="1">
              <a:lnSpc>
                <a:spcPct val="150000"/>
              </a:lnSpc>
              <a:defRPr/>
            </a:pPr>
            <a:endParaRPr lang="en-US" sz="3200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sym typeface="宋体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61233" y="1509689"/>
            <a:ext cx="4303624" cy="2553969"/>
            <a:chOff x="2711530" y="2724426"/>
            <a:chExt cx="3227716" cy="1915478"/>
          </a:xfrm>
        </p:grpSpPr>
        <p:sp>
          <p:nvSpPr>
            <p:cNvPr id="12" name="矩形 11"/>
            <p:cNvSpPr/>
            <p:nvPr/>
          </p:nvSpPr>
          <p:spPr>
            <a:xfrm>
              <a:off x="2711530" y="2724426"/>
              <a:ext cx="2908142" cy="191547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0" marR="0" indent="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1pPr>
              <a:lvl2pPr marL="0" marR="0" indent="457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2pPr>
              <a:lvl3pPr marL="0" marR="0" indent="914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3pPr>
              <a:lvl4pPr marL="0" marR="0" indent="1371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4pPr>
              <a:lvl5pPr marL="0" marR="0" indent="18288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5pPr>
              <a:lvl6pPr marL="0" marR="0" indent="22860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6pPr>
              <a:lvl7pPr marL="0" marR="0" indent="2743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7pPr>
              <a:lvl8pPr marL="0" marR="0" indent="3200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8pPr>
              <a:lvl9pPr marL="0" marR="0" indent="3657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9pPr>
            </a:lstStyle>
            <a:p>
              <a:pPr algn="ctr" defTabSz="908685" eaLnBrk="1" fontAlgn="auto" hangingPunct="1">
                <a:lnSpc>
                  <a:spcPct val="150000"/>
                </a:lnSpc>
                <a:defRPr/>
              </a:pPr>
              <a:r>
                <a:rPr lang="zh-CN" altLang="en-US" sz="10665" b="1" dirty="0">
                  <a:solidFill>
                    <a:srgbClr val="303030"/>
                  </a:solidFill>
                  <a:latin typeface="微软雅黑" pitchFamily="34" charset="0"/>
                  <a:ea typeface="微软雅黑" pitchFamily="34" charset="0"/>
                  <a:sym typeface="宋体" pitchFamily="2" charset="-122"/>
                </a:rPr>
                <a:t>目</a:t>
              </a:r>
              <a:r>
                <a:rPr lang="zh-CN" altLang="en-US" sz="4800" b="1" dirty="0">
                  <a:solidFill>
                    <a:srgbClr val="303030"/>
                  </a:solidFill>
                  <a:latin typeface="微软雅黑" pitchFamily="34" charset="0"/>
                  <a:ea typeface="微软雅黑" pitchFamily="34" charset="0"/>
                  <a:sym typeface="宋体" pitchFamily="2" charset="-122"/>
                </a:rPr>
                <a:t>录</a:t>
              </a:r>
              <a:endParaRPr lang="en-US" sz="4800" b="1" dirty="0">
                <a:solidFill>
                  <a:srgbClr val="303030"/>
                </a:solidFill>
                <a:latin typeface="微软雅黑" pitchFamily="34" charset="0"/>
                <a:ea typeface="微软雅黑" pitchFamily="34" charset="0"/>
                <a:sym typeface="宋体" pitchFamily="2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4403341" y="3317059"/>
              <a:ext cx="1535905" cy="376238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 marL="0" marR="0" indent="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1pPr>
              <a:lvl2pPr marL="0" marR="0" indent="457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2pPr>
              <a:lvl3pPr marL="0" marR="0" indent="914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3pPr>
              <a:lvl4pPr marL="0" marR="0" indent="1371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4pPr>
              <a:lvl5pPr marL="0" marR="0" indent="18288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5pPr>
              <a:lvl6pPr marL="0" marR="0" indent="22860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6pPr>
              <a:lvl7pPr marL="0" marR="0" indent="2743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7pPr>
              <a:lvl8pPr marL="0" marR="0" indent="3200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8pPr>
              <a:lvl9pPr marL="0" marR="0" indent="3657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9pPr>
            </a:lstStyle>
            <a:p>
              <a:pPr algn="ctr" defTabSz="908685" eaLnBrk="1" fontAlgn="auto" hangingPunct="1">
                <a:defRPr/>
              </a:pPr>
              <a:r>
                <a:rPr lang="en-US" sz="2665" dirty="0">
                  <a:solidFill>
                    <a:srgbClr val="303030"/>
                  </a:solidFill>
                  <a:latin typeface="微软雅黑" pitchFamily="34" charset="0"/>
                  <a:ea typeface="微软雅黑" pitchFamily="34" charset="0"/>
                  <a:sym typeface="宋体" pitchFamily="2" charset="-122"/>
                </a:rPr>
                <a:t>CONTENTS</a:t>
              </a:r>
              <a:endParaRPr lang="en-US" sz="2665" dirty="0">
                <a:solidFill>
                  <a:srgbClr val="303030"/>
                </a:solidFill>
                <a:latin typeface="微软雅黑" pitchFamily="34" charset="0"/>
                <a:ea typeface="微软雅黑" pitchFamily="34" charset="0"/>
                <a:sym typeface="宋体" pitchFamily="2" charset="-122"/>
              </a:endParaRPr>
            </a:p>
          </p:txBody>
        </p:sp>
      </p:grpSp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5489787" y="2219113"/>
            <a:ext cx="7964593" cy="774700"/>
            <a:chOff x="6495" y="3154"/>
            <a:chExt cx="9407" cy="1134"/>
          </a:xfrm>
          <a:solidFill>
            <a:schemeClr val="accent1"/>
          </a:solidFill>
        </p:grpSpPr>
        <p:sp>
          <p:nvSpPr>
            <p:cNvPr id="17" name="Freeform 57"/>
            <p:cNvSpPr/>
            <p:nvPr>
              <p:custDataLst>
                <p:tags r:id="rId2"/>
              </p:custDataLst>
            </p:nvPr>
          </p:nvSpPr>
          <p:spPr bwMode="auto">
            <a:xfrm>
              <a:off x="6495" y="3154"/>
              <a:ext cx="1417" cy="1134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eaLnBrk="0" fontAlgn="base" hangingPunc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+mj-ea"/>
                <a:defRPr/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itchFamily="34" charset="0"/>
                  <a:ea typeface="微软雅黑" pitchFamily="34" charset="0"/>
                  <a:sym typeface="+mn-ea"/>
                </a:rPr>
                <a:t>一</a:t>
              </a:r>
              <a:endParaRPr lang="zh-CN" altLang="en-US" sz="2665" b="1" dirty="0">
                <a:solidFill>
                  <a:schemeClr val="bg1"/>
                </a:solidFill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18" name="Freeform 56"/>
            <p:cNvSpPr/>
            <p:nvPr>
              <p:custDataLst>
                <p:tags r:id="rId3"/>
              </p:custDataLst>
            </p:nvPr>
          </p:nvSpPr>
          <p:spPr bwMode="auto">
            <a:xfrm>
              <a:off x="8820" y="3154"/>
              <a:ext cx="7082" cy="1134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eaLnBrk="0" fontAlgn="base" hangingPunc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+mj-ea"/>
                <a:defRPr/>
              </a:pP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行业洞察与战略机遇</a:t>
              </a:r>
              <a:endParaRPr lang="zh-CN" altLang="en-US" sz="2665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</p:grpSp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5489787" y="3513667"/>
            <a:ext cx="7964593" cy="774700"/>
            <a:chOff x="6495" y="5160"/>
            <a:chExt cx="9407" cy="1133"/>
          </a:xfrm>
          <a:solidFill>
            <a:schemeClr val="bg1">
              <a:lumMod val="50000"/>
            </a:schemeClr>
          </a:solidFill>
        </p:grpSpPr>
        <p:sp>
          <p:nvSpPr>
            <p:cNvPr id="4" name="Freeform 57"/>
            <p:cNvSpPr/>
            <p:nvPr>
              <p:custDataLst>
                <p:tags r:id="rId5"/>
              </p:custDataLst>
            </p:nvPr>
          </p:nvSpPr>
          <p:spPr bwMode="auto">
            <a:xfrm>
              <a:off x="6495" y="5160"/>
              <a:ext cx="1417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itchFamily="34" charset="0"/>
                  <a:ea typeface="微软雅黑" pitchFamily="34" charset="0"/>
                  <a:sym typeface="+mn-ea"/>
                </a:rPr>
                <a:t>二</a:t>
              </a:r>
              <a:endParaRPr lang="zh-CN" altLang="en-US" sz="2665" b="1" dirty="0">
                <a:solidFill>
                  <a:schemeClr val="bg1"/>
                </a:solidFill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6" name="Freeform 56"/>
            <p:cNvSpPr/>
            <p:nvPr>
              <p:custDataLst>
                <p:tags r:id="rId6"/>
              </p:custDataLst>
            </p:nvPr>
          </p:nvSpPr>
          <p:spPr bwMode="auto">
            <a:xfrm>
              <a:off x="8820" y="5160"/>
              <a:ext cx="7082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解决方案</a:t>
              </a:r>
              <a:endParaRPr lang="zh-CN" altLang="en-US" sz="2665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</p:grp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5489787" y="4801023"/>
            <a:ext cx="7964593" cy="774700"/>
            <a:chOff x="6495" y="5160"/>
            <a:chExt cx="9407" cy="1133"/>
          </a:xfrm>
          <a:solidFill>
            <a:schemeClr val="bg1">
              <a:lumMod val="50000"/>
            </a:schemeClr>
          </a:solidFill>
        </p:grpSpPr>
        <p:sp>
          <p:nvSpPr>
            <p:cNvPr id="8" name="Freeform 57"/>
            <p:cNvSpPr/>
            <p:nvPr>
              <p:custDataLst>
                <p:tags r:id="rId8"/>
              </p:custDataLst>
            </p:nvPr>
          </p:nvSpPr>
          <p:spPr bwMode="auto">
            <a:xfrm>
              <a:off x="6495" y="5160"/>
              <a:ext cx="1417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p>
              <a:pPr lvl="0" algn="ctr" defTabSz="908685">
                <a:buClrTx/>
                <a:buSzTx/>
                <a:buFontTx/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itchFamily="34" charset="0"/>
                  <a:ea typeface="微软雅黑" pitchFamily="34" charset="0"/>
                  <a:sym typeface="+mn-ea"/>
                </a:rPr>
                <a:t>三</a:t>
              </a:r>
              <a:endParaRPr lang="zh-CN" altLang="en-US" sz="2665" b="1" dirty="0">
                <a:solidFill>
                  <a:schemeClr val="bg1"/>
                </a:solidFill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10" name="Freeform 56"/>
            <p:cNvSpPr/>
            <p:nvPr>
              <p:custDataLst>
                <p:tags r:id="rId9"/>
              </p:custDataLst>
            </p:nvPr>
          </p:nvSpPr>
          <p:spPr bwMode="auto">
            <a:xfrm>
              <a:off x="8820" y="5160"/>
              <a:ext cx="7082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p>
              <a:pPr lvl="0" algn="ctr" defTabSz="908685">
                <a:buClrTx/>
                <a:buSzTx/>
                <a:buFontTx/>
              </a:pP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sym typeface="+mn-ea"/>
                </a:rPr>
                <a:t>实施交付与商业模式</a:t>
              </a:r>
              <a:endParaRPr lang="zh-CN" altLang="en-US" sz="2665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</p:grpSp>
      <p:grpSp>
        <p:nvGrpSpPr>
          <p:cNvPr id="11" name="组合 10"/>
          <p:cNvGrpSpPr/>
          <p:nvPr>
            <p:custDataLst>
              <p:tags r:id="rId10"/>
            </p:custDataLst>
          </p:nvPr>
        </p:nvGrpSpPr>
        <p:grpSpPr>
          <a:xfrm>
            <a:off x="5489787" y="6089227"/>
            <a:ext cx="7964593" cy="774700"/>
            <a:chOff x="6495" y="5160"/>
            <a:chExt cx="9407" cy="1133"/>
          </a:xfrm>
          <a:solidFill>
            <a:schemeClr val="bg1">
              <a:lumMod val="50000"/>
            </a:schemeClr>
          </a:solidFill>
        </p:grpSpPr>
        <p:sp>
          <p:nvSpPr>
            <p:cNvPr id="13" name="Freeform 57"/>
            <p:cNvSpPr/>
            <p:nvPr>
              <p:custDataLst>
                <p:tags r:id="rId11"/>
              </p:custDataLst>
            </p:nvPr>
          </p:nvSpPr>
          <p:spPr bwMode="auto">
            <a:xfrm>
              <a:off x="6495" y="5160"/>
              <a:ext cx="1417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itchFamily="34" charset="0"/>
                  <a:ea typeface="微软雅黑" pitchFamily="34" charset="0"/>
                  <a:sym typeface="+mn-ea"/>
                </a:rPr>
                <a:t>四</a:t>
              </a:r>
              <a:endParaRPr lang="zh-CN" altLang="en-US" sz="2665" b="1" dirty="0">
                <a:solidFill>
                  <a:schemeClr val="bg1"/>
                </a:solidFill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14" name="Freeform 56"/>
            <p:cNvSpPr/>
            <p:nvPr>
              <p:custDataLst>
                <p:tags r:id="rId12"/>
              </p:custDataLst>
            </p:nvPr>
          </p:nvSpPr>
          <p:spPr bwMode="auto">
            <a:xfrm>
              <a:off x="8820" y="5160"/>
              <a:ext cx="7082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标杆案例</a:t>
              </a:r>
              <a:endParaRPr lang="zh-CN" altLang="en-US" sz="2665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13"/>
            </p:custDataLst>
          </p:nvPr>
        </p:nvGrpSpPr>
        <p:grpSpPr>
          <a:xfrm>
            <a:off x="5489787" y="7377007"/>
            <a:ext cx="7964593" cy="774700"/>
            <a:chOff x="6495" y="5160"/>
            <a:chExt cx="9407" cy="1133"/>
          </a:xfrm>
          <a:solidFill>
            <a:schemeClr val="bg1">
              <a:lumMod val="50000"/>
            </a:schemeClr>
          </a:solidFill>
        </p:grpSpPr>
        <p:sp>
          <p:nvSpPr>
            <p:cNvPr id="19" name="Freeform 57"/>
            <p:cNvSpPr/>
            <p:nvPr>
              <p:custDataLst>
                <p:tags r:id="rId14"/>
              </p:custDataLst>
            </p:nvPr>
          </p:nvSpPr>
          <p:spPr bwMode="auto">
            <a:xfrm>
              <a:off x="6495" y="5160"/>
              <a:ext cx="1417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itchFamily="34" charset="0"/>
                  <a:ea typeface="微软雅黑" pitchFamily="34" charset="0"/>
                  <a:sym typeface="+mn-ea"/>
                </a:rPr>
                <a:t>五</a:t>
              </a:r>
              <a:endParaRPr lang="zh-CN" altLang="en-US" sz="2665" b="1" dirty="0">
                <a:solidFill>
                  <a:schemeClr val="bg1"/>
                </a:solidFill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20" name="Freeform 56"/>
            <p:cNvSpPr/>
            <p:nvPr>
              <p:custDataLst>
                <p:tags r:id="rId15"/>
              </p:custDataLst>
            </p:nvPr>
          </p:nvSpPr>
          <p:spPr bwMode="auto">
            <a:xfrm>
              <a:off x="8820" y="5160"/>
              <a:ext cx="7082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差异化核心竞争力</a:t>
              </a:r>
              <a:endParaRPr lang="zh-CN" altLang="en-US" sz="2665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165100"/>
            <a:ext cx="11194627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1.1 </a:t>
            </a:r>
            <a:r>
              <a:rPr lang="en-US" sz="3200" b="1" kern="0" spc="1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政策三层叠加 · 算电协同的战略地位与产业刚需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778000"/>
            <a:ext cx="14478000" cy="16510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5" name="Shape 3"/>
          <p:cNvSpPr/>
          <p:nvPr/>
        </p:nvSpPr>
        <p:spPr>
          <a:xfrm>
            <a:off x="1301750" y="20955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63500" y="31750"/>
                </a:moveTo>
                <a:cubicBezTo>
                  <a:pt x="63500" y="14188"/>
                  <a:pt x="49312" y="0"/>
                  <a:pt x="31750" y="0"/>
                </a:cubicBezTo>
                <a:cubicBezTo>
                  <a:pt x="14188" y="0"/>
                  <a:pt x="0" y="14188"/>
                  <a:pt x="0" y="31750"/>
                </a:cubicBezTo>
                <a:lnTo>
                  <a:pt x="0" y="476250"/>
                </a:lnTo>
                <a:cubicBezTo>
                  <a:pt x="0" y="493812"/>
                  <a:pt x="14188" y="508000"/>
                  <a:pt x="31750" y="508000"/>
                </a:cubicBezTo>
                <a:cubicBezTo>
                  <a:pt x="49312" y="508000"/>
                  <a:pt x="63500" y="493812"/>
                  <a:pt x="63500" y="476250"/>
                </a:cubicBezTo>
                <a:lnTo>
                  <a:pt x="63500" y="355600"/>
                </a:lnTo>
                <a:lnTo>
                  <a:pt x="125710" y="336947"/>
                </a:lnTo>
                <a:cubicBezTo>
                  <a:pt x="167283" y="324445"/>
                  <a:pt x="212130" y="328315"/>
                  <a:pt x="250924" y="347762"/>
                </a:cubicBezTo>
                <a:cubicBezTo>
                  <a:pt x="293291" y="368995"/>
                  <a:pt x="342702" y="371574"/>
                  <a:pt x="387052" y="354905"/>
                </a:cubicBezTo>
                <a:lnTo>
                  <a:pt x="423863" y="341114"/>
                </a:lnTo>
                <a:cubicBezTo>
                  <a:pt x="436265" y="336451"/>
                  <a:pt x="444500" y="324644"/>
                  <a:pt x="444500" y="311348"/>
                </a:cubicBezTo>
                <a:lnTo>
                  <a:pt x="444500" y="65584"/>
                </a:lnTo>
                <a:cubicBezTo>
                  <a:pt x="444500" y="42763"/>
                  <a:pt x="420489" y="27880"/>
                  <a:pt x="400050" y="38100"/>
                </a:cubicBezTo>
                <a:lnTo>
                  <a:pt x="388342" y="43954"/>
                </a:lnTo>
                <a:cubicBezTo>
                  <a:pt x="343793" y="66278"/>
                  <a:pt x="291306" y="66278"/>
                  <a:pt x="246658" y="43954"/>
                </a:cubicBezTo>
                <a:cubicBezTo>
                  <a:pt x="210542" y="25896"/>
                  <a:pt x="168970" y="22324"/>
                  <a:pt x="130373" y="33933"/>
                </a:cubicBezTo>
                <a:lnTo>
                  <a:pt x="63500" y="53975"/>
                </a:lnTo>
                <a:lnTo>
                  <a:pt x="63500" y="3175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6" name="Text 4"/>
          <p:cNvSpPr/>
          <p:nvPr/>
        </p:nvSpPr>
        <p:spPr>
          <a:xfrm>
            <a:off x="2032000" y="1905000"/>
            <a:ext cx="254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国家战略</a:t>
            </a:r>
            <a:endParaRPr lang="en-US" sz="20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32000" y="2349500"/>
            <a:ext cx="12954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东数西算 → 数字中国 → 新质生产力</a:t>
            </a:r>
            <a:endParaRPr lang="en-US" sz="2200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89000" y="3746500"/>
            <a:ext cx="14478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70000" y="406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69776" y="20042"/>
                </a:moveTo>
                <a:cubicBezTo>
                  <a:pt x="260052" y="14486"/>
                  <a:pt x="248047" y="14486"/>
                  <a:pt x="238224" y="20042"/>
                </a:cubicBezTo>
                <a:lnTo>
                  <a:pt x="15974" y="147042"/>
                </a:lnTo>
                <a:cubicBezTo>
                  <a:pt x="3473" y="154186"/>
                  <a:pt x="-2679" y="168870"/>
                  <a:pt x="992" y="182761"/>
                </a:cubicBezTo>
                <a:cubicBezTo>
                  <a:pt x="4663" y="196652"/>
                  <a:pt x="17363" y="206375"/>
                  <a:pt x="31750" y="206375"/>
                </a:cubicBezTo>
                <a:lnTo>
                  <a:pt x="63500" y="206375"/>
                </a:lnTo>
                <a:lnTo>
                  <a:pt x="63500" y="412750"/>
                </a:lnTo>
                <a:lnTo>
                  <a:pt x="63500" y="412750"/>
                </a:lnTo>
                <a:lnTo>
                  <a:pt x="12700" y="450850"/>
                </a:lnTo>
                <a:cubicBezTo>
                  <a:pt x="4663" y="456803"/>
                  <a:pt x="0" y="466229"/>
                  <a:pt x="0" y="476250"/>
                </a:cubicBezTo>
                <a:cubicBezTo>
                  <a:pt x="0" y="493812"/>
                  <a:pt x="14188" y="508000"/>
                  <a:pt x="31750" y="508000"/>
                </a:cubicBezTo>
                <a:lnTo>
                  <a:pt x="476250" y="508000"/>
                </a:lnTo>
                <a:cubicBezTo>
                  <a:pt x="493812" y="508000"/>
                  <a:pt x="508000" y="493812"/>
                  <a:pt x="508000" y="476250"/>
                </a:cubicBezTo>
                <a:cubicBezTo>
                  <a:pt x="508000" y="466229"/>
                  <a:pt x="503337" y="456803"/>
                  <a:pt x="495300" y="450850"/>
                </a:cubicBezTo>
                <a:lnTo>
                  <a:pt x="444500" y="412750"/>
                </a:lnTo>
                <a:lnTo>
                  <a:pt x="444500" y="206375"/>
                </a:lnTo>
                <a:lnTo>
                  <a:pt x="476250" y="206375"/>
                </a:lnTo>
                <a:cubicBezTo>
                  <a:pt x="490637" y="206375"/>
                  <a:pt x="503238" y="196652"/>
                  <a:pt x="506909" y="182761"/>
                </a:cubicBezTo>
                <a:cubicBezTo>
                  <a:pt x="510580" y="168870"/>
                  <a:pt x="504428" y="154186"/>
                  <a:pt x="491927" y="147042"/>
                </a:cubicBezTo>
                <a:lnTo>
                  <a:pt x="269677" y="20042"/>
                </a:lnTo>
                <a:close/>
                <a:moveTo>
                  <a:pt x="396875" y="206375"/>
                </a:moveTo>
                <a:lnTo>
                  <a:pt x="396875" y="412750"/>
                </a:lnTo>
                <a:lnTo>
                  <a:pt x="333375" y="412750"/>
                </a:lnTo>
                <a:lnTo>
                  <a:pt x="333375" y="206375"/>
                </a:lnTo>
                <a:lnTo>
                  <a:pt x="396875" y="206375"/>
                </a:lnTo>
                <a:close/>
                <a:moveTo>
                  <a:pt x="285750" y="206375"/>
                </a:moveTo>
                <a:lnTo>
                  <a:pt x="285750" y="412750"/>
                </a:lnTo>
                <a:lnTo>
                  <a:pt x="222250" y="412750"/>
                </a:lnTo>
                <a:lnTo>
                  <a:pt x="222250" y="206375"/>
                </a:lnTo>
                <a:lnTo>
                  <a:pt x="285750" y="206375"/>
                </a:lnTo>
                <a:close/>
                <a:moveTo>
                  <a:pt x="174625" y="206375"/>
                </a:moveTo>
                <a:lnTo>
                  <a:pt x="174625" y="412750"/>
                </a:lnTo>
                <a:lnTo>
                  <a:pt x="111125" y="412750"/>
                </a:lnTo>
                <a:lnTo>
                  <a:pt x="111125" y="206375"/>
                </a:lnTo>
                <a:lnTo>
                  <a:pt x="174625" y="206375"/>
                </a:lnTo>
                <a:close/>
                <a:moveTo>
                  <a:pt x="254000" y="95250"/>
                </a:moveTo>
                <a:cubicBezTo>
                  <a:pt x="271523" y="95250"/>
                  <a:pt x="285750" y="109477"/>
                  <a:pt x="285750" y="127000"/>
                </a:cubicBezTo>
                <a:cubicBezTo>
                  <a:pt x="285750" y="144523"/>
                  <a:pt x="271523" y="158750"/>
                  <a:pt x="254000" y="158750"/>
                </a:cubicBezTo>
                <a:cubicBezTo>
                  <a:pt x="236477" y="158750"/>
                  <a:pt x="222250" y="144523"/>
                  <a:pt x="222250" y="127000"/>
                </a:cubicBezTo>
                <a:cubicBezTo>
                  <a:pt x="222250" y="109477"/>
                  <a:pt x="236477" y="95250"/>
                  <a:pt x="254000" y="9525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0" name="Text 8"/>
          <p:cNvSpPr/>
          <p:nvPr/>
        </p:nvSpPr>
        <p:spPr>
          <a:xfrm>
            <a:off x="2032000" y="3873500"/>
            <a:ext cx="254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部委行动</a:t>
            </a:r>
            <a:endParaRPr lang="en-US" sz="20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032000" y="4318000"/>
            <a:ext cx="12954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能源局算电协同试点 / 数据局算电协同试点 / 工信部算力强基</a:t>
            </a:r>
            <a:endParaRPr lang="en-US" sz="1800" dirty="0">
              <a:solidFill>
                <a:srgbClr val="1A1A1A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89000" y="5715000"/>
            <a:ext cx="14478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33500" y="60325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0" y="187127"/>
                </a:moveTo>
                <a:cubicBezTo>
                  <a:pt x="0" y="83741"/>
                  <a:pt x="85328" y="0"/>
                  <a:pt x="190500" y="0"/>
                </a:cubicBezTo>
                <a:cubicBezTo>
                  <a:pt x="295672" y="0"/>
                  <a:pt x="381000" y="83741"/>
                  <a:pt x="381000" y="187127"/>
                </a:cubicBezTo>
                <a:cubicBezTo>
                  <a:pt x="381000" y="305495"/>
                  <a:pt x="261739" y="447377"/>
                  <a:pt x="211931" y="501452"/>
                </a:cubicBezTo>
                <a:cubicBezTo>
                  <a:pt x="200223" y="514152"/>
                  <a:pt x="180677" y="514152"/>
                  <a:pt x="168970" y="501452"/>
                </a:cubicBezTo>
                <a:cubicBezTo>
                  <a:pt x="119162" y="447377"/>
                  <a:pt x="-99" y="305495"/>
                  <a:pt x="-99" y="187127"/>
                </a:cubicBezTo>
                <a:close/>
                <a:moveTo>
                  <a:pt x="190500" y="254000"/>
                </a:moveTo>
                <a:cubicBezTo>
                  <a:pt x="225547" y="254000"/>
                  <a:pt x="254000" y="225547"/>
                  <a:pt x="254000" y="190500"/>
                </a:cubicBezTo>
                <a:cubicBezTo>
                  <a:pt x="254000" y="155453"/>
                  <a:pt x="225547" y="127000"/>
                  <a:pt x="190500" y="127000"/>
                </a:cubicBezTo>
                <a:cubicBezTo>
                  <a:pt x="155453" y="127000"/>
                  <a:pt x="127000" y="155453"/>
                  <a:pt x="127000" y="190500"/>
                </a:cubicBezTo>
                <a:cubicBezTo>
                  <a:pt x="127000" y="225547"/>
                  <a:pt x="155453" y="254000"/>
                  <a:pt x="190500" y="25400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4" name="Text 12"/>
          <p:cNvSpPr/>
          <p:nvPr/>
        </p:nvSpPr>
        <p:spPr>
          <a:xfrm>
            <a:off x="2032000" y="5842000"/>
            <a:ext cx="254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地方落地</a:t>
            </a:r>
            <a:endParaRPr lang="en-US" sz="20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32000" y="6286500"/>
            <a:ext cx="12954000" cy="82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安徽 / 新疆 / 宁夏 / 芜湖 多省份示范</a:t>
            </a:r>
            <a:endParaRPr lang="en-US" sz="1800" dirty="0">
              <a:solidFill>
                <a:srgbClr val="1A1A1A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28000" y="3429000"/>
            <a:ext cx="0" cy="317500"/>
          </a:xfrm>
          <a:prstGeom prst="straightConnector1">
            <a:avLst/>
          </a:prstGeom>
          <a:noFill/>
          <a:ln w="25400">
            <a:solidFill>
              <a:srgbClr val="E60012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8128000" y="5397500"/>
            <a:ext cx="0" cy="317500"/>
          </a:xfrm>
          <a:prstGeom prst="straightConnector1">
            <a:avLst/>
          </a:prstGeom>
          <a:noFill/>
          <a:ln w="25400">
            <a:solidFill>
              <a:srgbClr val="E60012"/>
            </a:solidFill>
            <a:prstDash val="solid"/>
            <a:headEnd type="none"/>
            <a:tailEnd type="arrow"/>
          </a:ln>
        </p:spPr>
      </p:sp>
      <p:grpSp>
        <p:nvGrpSpPr>
          <p:cNvPr id="109" name="组合 108"/>
          <p:cNvGrpSpPr/>
          <p:nvPr/>
        </p:nvGrpSpPr>
        <p:grpSpPr>
          <a:xfrm>
            <a:off x="10953115" y="3619500"/>
            <a:ext cx="4200525" cy="4739005"/>
            <a:chOff x="11391" y="1560"/>
            <a:chExt cx="6615" cy="7463"/>
          </a:xfrm>
        </p:grpSpPr>
        <p:pic>
          <p:nvPicPr>
            <p:cNvPr id="110" name="图片 109" descr="安徽 新疆发改委能源战略合作框架协议_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653" y="1560"/>
              <a:ext cx="4005" cy="5670"/>
            </a:xfrm>
            <a:prstGeom prst="rect">
              <a:avLst/>
            </a:prstGeom>
            <a:ln w="31750">
              <a:solidFill>
                <a:srgbClr val="C00000"/>
              </a:solidFill>
            </a:ln>
          </p:spPr>
        </p:pic>
        <p:pic>
          <p:nvPicPr>
            <p:cNvPr id="111" name="图片 1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80" y="3323"/>
              <a:ext cx="4027" cy="5701"/>
            </a:xfrm>
            <a:prstGeom prst="rect">
              <a:avLst/>
            </a:prstGeom>
            <a:ln w="31750" cmpd="sng">
              <a:solidFill>
                <a:srgbClr val="C00000"/>
              </a:solidFill>
              <a:prstDash val="solid"/>
            </a:ln>
          </p:spPr>
        </p:pic>
        <p:sp>
          <p:nvSpPr>
            <p:cNvPr id="112" name="矩形 111"/>
            <p:cNvSpPr/>
            <p:nvPr/>
          </p:nvSpPr>
          <p:spPr>
            <a:xfrm>
              <a:off x="14858" y="4840"/>
              <a:ext cx="2400" cy="184"/>
            </a:xfrm>
            <a:prstGeom prst="rect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charset="-122"/>
                <a:ea typeface="微软雅黑" charset="-122"/>
              </a:endParaRPr>
            </a:p>
          </p:txBody>
        </p:sp>
        <p:grpSp>
          <p:nvGrpSpPr>
            <p:cNvPr id="113" name="组合 112"/>
            <p:cNvGrpSpPr/>
            <p:nvPr/>
          </p:nvGrpSpPr>
          <p:grpSpPr>
            <a:xfrm>
              <a:off x="11391" y="5109"/>
              <a:ext cx="3830" cy="3830"/>
              <a:chOff x="11028" y="5194"/>
              <a:chExt cx="3830" cy="3830"/>
            </a:xfrm>
          </p:grpSpPr>
          <p:pic>
            <p:nvPicPr>
              <p:cNvPr id="114" name="图片 113"/>
              <p:cNvPicPr>
                <a:picLocks noChangeAspect="1"/>
              </p:cNvPicPr>
              <p:nvPr/>
            </p:nvPicPr>
            <p:blipFill>
              <a:blip r:embed="rId2"/>
              <a:srcRect l="22081" t="13638" r="31461" b="53536"/>
              <a:stretch>
                <a:fillRect/>
              </a:stretch>
            </p:blipFill>
            <p:spPr>
              <a:xfrm>
                <a:off x="11028" y="5194"/>
                <a:ext cx="3830" cy="3830"/>
              </a:xfrm>
              <a:custGeom>
                <a:avLst/>
                <a:gdLst/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370" h="7370">
                    <a:moveTo>
                      <a:pt x="3685" y="0"/>
                    </a:moveTo>
                    <a:cubicBezTo>
                      <a:pt x="5720" y="0"/>
                      <a:pt x="7370" y="1650"/>
                      <a:pt x="7370" y="3685"/>
                    </a:cubicBezTo>
                    <a:cubicBezTo>
                      <a:pt x="7370" y="5720"/>
                      <a:pt x="5720" y="7370"/>
                      <a:pt x="3685" y="7370"/>
                    </a:cubicBezTo>
                    <a:cubicBezTo>
                      <a:pt x="1650" y="7370"/>
                      <a:pt x="0" y="5720"/>
                      <a:pt x="0" y="3685"/>
                    </a:cubicBezTo>
                    <a:cubicBezTo>
                      <a:pt x="0" y="1650"/>
                      <a:pt x="1650" y="0"/>
                      <a:pt x="3685" y="0"/>
                    </a:cubicBezTo>
                    <a:close/>
                  </a:path>
                </a:pathLst>
              </a:custGeom>
              <a:ln w="38100">
                <a:solidFill>
                  <a:srgbClr val="C00000"/>
                </a:solidFill>
              </a:ln>
            </p:spPr>
          </p:pic>
          <p:sp>
            <p:nvSpPr>
              <p:cNvPr id="115" name="矩形 114"/>
              <p:cNvSpPr/>
              <p:nvPr/>
            </p:nvSpPr>
            <p:spPr>
              <a:xfrm>
                <a:off x="11087" y="6675"/>
                <a:ext cx="3771" cy="364"/>
              </a:xfrm>
              <a:prstGeom prst="rect">
                <a:avLst/>
              </a:prstGeom>
              <a:noFill/>
              <a:ln w="31750">
                <a:solidFill>
                  <a:srgbClr val="C0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charset="-122"/>
                  <a:ea typeface="微软雅黑" charset="-122"/>
                </a:endParaRPr>
              </a:p>
            </p:txBody>
          </p:sp>
        </p:grpSp>
        <p:cxnSp>
          <p:nvCxnSpPr>
            <p:cNvPr id="116" name="直接箭头连接符 115"/>
            <p:cNvCxnSpPr>
              <a:endCxn id="112" idx="2"/>
            </p:cNvCxnSpPr>
            <p:nvPr/>
          </p:nvCxnSpPr>
          <p:spPr>
            <a:xfrm flipV="1">
              <a:off x="14633" y="5024"/>
              <a:ext cx="1425" cy="57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297180"/>
            <a:ext cx="1119462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1.2 </a:t>
            </a:r>
            <a:r>
              <a:rPr lang="zh-CN" altLang="en-US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国家级资质 · 算电协同领域三证能力完备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92" name="Shape 2"/>
          <p:cNvSpPr/>
          <p:nvPr>
            <p:custDataLst>
              <p:tags r:id="rId1"/>
            </p:custDataLst>
          </p:nvPr>
        </p:nvSpPr>
        <p:spPr>
          <a:xfrm>
            <a:off x="889000" y="1778000"/>
            <a:ext cx="4572000" cy="431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93" name="Shape 3"/>
          <p:cNvSpPr/>
          <p:nvPr>
            <p:custDataLst>
              <p:tags r:id="rId2"/>
            </p:custDataLst>
          </p:nvPr>
        </p:nvSpPr>
        <p:spPr>
          <a:xfrm>
            <a:off x="5842000" y="1778000"/>
            <a:ext cx="4572000" cy="431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94" name="Shape 4"/>
          <p:cNvSpPr/>
          <p:nvPr>
            <p:custDataLst>
              <p:tags r:id="rId3"/>
            </p:custDataLst>
          </p:nvPr>
        </p:nvSpPr>
        <p:spPr>
          <a:xfrm>
            <a:off x="10795000" y="1778000"/>
            <a:ext cx="4572000" cy="431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95" name="Shape 5"/>
          <p:cNvSpPr/>
          <p:nvPr>
            <p:custDataLst>
              <p:tags r:id="rId4"/>
            </p:custDataLst>
          </p:nvPr>
        </p:nvSpPr>
        <p:spPr>
          <a:xfrm>
            <a:off x="1270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36835" y="5060"/>
                </a:moveTo>
                <a:cubicBezTo>
                  <a:pt x="247253" y="-1687"/>
                  <a:pt x="260747" y="-1687"/>
                  <a:pt x="271165" y="5060"/>
                </a:cubicBezTo>
                <a:lnTo>
                  <a:pt x="493415" y="147935"/>
                </a:lnTo>
                <a:cubicBezTo>
                  <a:pt x="505222" y="155575"/>
                  <a:pt x="510679" y="170061"/>
                  <a:pt x="506710" y="183555"/>
                </a:cubicBezTo>
                <a:cubicBezTo>
                  <a:pt x="502741" y="197048"/>
                  <a:pt x="490339" y="206375"/>
                  <a:pt x="476250" y="206375"/>
                </a:cubicBezTo>
                <a:lnTo>
                  <a:pt x="444500" y="206375"/>
                </a:lnTo>
                <a:lnTo>
                  <a:pt x="444500" y="412750"/>
                </a:lnTo>
                <a:lnTo>
                  <a:pt x="495300" y="450850"/>
                </a:lnTo>
                <a:cubicBezTo>
                  <a:pt x="503337" y="456803"/>
                  <a:pt x="508000" y="466229"/>
                  <a:pt x="508000" y="476250"/>
                </a:cubicBezTo>
                <a:cubicBezTo>
                  <a:pt x="508000" y="493812"/>
                  <a:pt x="493812" y="508000"/>
                  <a:pt x="476250" y="508000"/>
                </a:cubicBezTo>
                <a:lnTo>
                  <a:pt x="31750" y="508000"/>
                </a:lnTo>
                <a:cubicBezTo>
                  <a:pt x="14188" y="508000"/>
                  <a:pt x="0" y="493812"/>
                  <a:pt x="0" y="476250"/>
                </a:cubicBezTo>
                <a:cubicBezTo>
                  <a:pt x="0" y="466229"/>
                  <a:pt x="4663" y="456803"/>
                  <a:pt x="12700" y="450850"/>
                </a:cubicBezTo>
                <a:lnTo>
                  <a:pt x="63500" y="412750"/>
                </a:lnTo>
                <a:lnTo>
                  <a:pt x="63500" y="412750"/>
                </a:lnTo>
                <a:lnTo>
                  <a:pt x="63500" y="206375"/>
                </a:lnTo>
                <a:lnTo>
                  <a:pt x="31750" y="206375"/>
                </a:lnTo>
                <a:cubicBezTo>
                  <a:pt x="17661" y="206375"/>
                  <a:pt x="5259" y="197048"/>
                  <a:pt x="1290" y="183555"/>
                </a:cubicBezTo>
                <a:cubicBezTo>
                  <a:pt x="-2679" y="170061"/>
                  <a:pt x="2778" y="155476"/>
                  <a:pt x="14585" y="147935"/>
                </a:cubicBezTo>
                <a:lnTo>
                  <a:pt x="236835" y="5060"/>
                </a:lnTo>
                <a:close/>
                <a:moveTo>
                  <a:pt x="333375" y="206375"/>
                </a:moveTo>
                <a:lnTo>
                  <a:pt x="333375" y="412750"/>
                </a:lnTo>
                <a:lnTo>
                  <a:pt x="396875" y="412750"/>
                </a:lnTo>
                <a:lnTo>
                  <a:pt x="396875" y="206375"/>
                </a:lnTo>
                <a:lnTo>
                  <a:pt x="333375" y="206375"/>
                </a:lnTo>
                <a:close/>
                <a:moveTo>
                  <a:pt x="222250" y="412750"/>
                </a:moveTo>
                <a:lnTo>
                  <a:pt x="285750" y="412750"/>
                </a:lnTo>
                <a:lnTo>
                  <a:pt x="285750" y="206375"/>
                </a:lnTo>
                <a:lnTo>
                  <a:pt x="222250" y="206375"/>
                </a:lnTo>
                <a:lnTo>
                  <a:pt x="222250" y="412750"/>
                </a:lnTo>
                <a:close/>
                <a:moveTo>
                  <a:pt x="111125" y="206375"/>
                </a:moveTo>
                <a:lnTo>
                  <a:pt x="111125" y="412750"/>
                </a:lnTo>
                <a:lnTo>
                  <a:pt x="174625" y="412750"/>
                </a:lnTo>
                <a:lnTo>
                  <a:pt x="174625" y="206375"/>
                </a:lnTo>
                <a:lnTo>
                  <a:pt x="111125" y="206375"/>
                </a:lnTo>
                <a:close/>
              </a:path>
            </a:pathLst>
          </a:custGeom>
          <a:solidFill>
            <a:srgbClr val="C00000"/>
          </a:solidFill>
        </p:spPr>
      </p:sp>
      <p:sp>
        <p:nvSpPr>
          <p:cNvPr id="96" name="Text 6"/>
          <p:cNvSpPr/>
          <p:nvPr>
            <p:custDataLst>
              <p:tags r:id="rId5"/>
            </p:custDataLst>
          </p:nvPr>
        </p:nvSpPr>
        <p:spPr>
          <a:xfrm>
            <a:off x="1270000" y="28575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国家能源局</a:t>
            </a:r>
            <a:endParaRPr lang="en-US" sz="2000" b="1" dirty="0">
              <a:solidFill>
                <a:srgbClr val="1A1A1A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97" name="Shape 7"/>
          <p:cNvSpPr/>
          <p:nvPr>
            <p:custDataLst>
              <p:tags r:id="rId6"/>
            </p:custDataLst>
          </p:nvPr>
        </p:nvSpPr>
        <p:spPr>
          <a:xfrm>
            <a:off x="1270000" y="3365500"/>
            <a:ext cx="508000" cy="381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98" name="Text 8"/>
          <p:cNvSpPr/>
          <p:nvPr>
            <p:custDataLst>
              <p:tags r:id="rId7"/>
            </p:custDataLst>
          </p:nvPr>
        </p:nvSpPr>
        <p:spPr>
          <a:xfrm>
            <a:off x="1270000" y="3619500"/>
            <a:ext cx="38100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首批新型电力系统</a:t>
            </a:r>
            <a:r>
              <a:rPr lang="en-US" sz="16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"算电协同"示范项目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36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全国 2 个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公开信息显示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99" name="Shape 9"/>
          <p:cNvSpPr/>
          <p:nvPr>
            <p:custDataLst>
              <p:tags r:id="rId8"/>
            </p:custDataLst>
          </p:nvPr>
        </p:nvSpPr>
        <p:spPr>
          <a:xfrm>
            <a:off x="6254750" y="2159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444500" y="204192"/>
                </a:moveTo>
                <a:cubicBezTo>
                  <a:pt x="429816" y="213916"/>
                  <a:pt x="412948" y="221754"/>
                  <a:pt x="395387" y="228005"/>
                </a:cubicBezTo>
                <a:cubicBezTo>
                  <a:pt x="348754" y="244673"/>
                  <a:pt x="287536" y="254000"/>
                  <a:pt x="222250" y="254000"/>
                </a:cubicBezTo>
                <a:cubicBezTo>
                  <a:pt x="156964" y="254000"/>
                  <a:pt x="95647" y="244574"/>
                  <a:pt x="49113" y="228005"/>
                </a:cubicBezTo>
                <a:cubicBezTo>
                  <a:pt x="31651" y="221754"/>
                  <a:pt x="14684" y="213916"/>
                  <a:pt x="0" y="204192"/>
                </a:cubicBezTo>
                <a:lnTo>
                  <a:pt x="0" y="285750"/>
                </a:lnTo>
                <a:cubicBezTo>
                  <a:pt x="0" y="329605"/>
                  <a:pt x="99516" y="365125"/>
                  <a:pt x="222250" y="365125"/>
                </a:cubicBezTo>
                <a:cubicBezTo>
                  <a:pt x="344984" y="365125"/>
                  <a:pt x="444500" y="329605"/>
                  <a:pt x="444500" y="285750"/>
                </a:cubicBezTo>
                <a:lnTo>
                  <a:pt x="444500" y="204192"/>
                </a:lnTo>
                <a:close/>
                <a:moveTo>
                  <a:pt x="444500" y="127000"/>
                </a:moveTo>
                <a:lnTo>
                  <a:pt x="444500" y="79375"/>
                </a:lnTo>
                <a:cubicBezTo>
                  <a:pt x="444500" y="35520"/>
                  <a:pt x="344984" y="0"/>
                  <a:pt x="222250" y="0"/>
                </a:cubicBezTo>
                <a:cubicBezTo>
                  <a:pt x="99516" y="0"/>
                  <a:pt x="0" y="35520"/>
                  <a:pt x="0" y="79375"/>
                </a:cubicBezTo>
                <a:lnTo>
                  <a:pt x="0" y="127000"/>
                </a:lnTo>
                <a:cubicBezTo>
                  <a:pt x="0" y="170855"/>
                  <a:pt x="99516" y="206375"/>
                  <a:pt x="222250" y="206375"/>
                </a:cubicBezTo>
                <a:cubicBezTo>
                  <a:pt x="344984" y="206375"/>
                  <a:pt x="444500" y="170855"/>
                  <a:pt x="444500" y="127000"/>
                </a:cubicBezTo>
                <a:close/>
                <a:moveTo>
                  <a:pt x="395387" y="386755"/>
                </a:moveTo>
                <a:cubicBezTo>
                  <a:pt x="348853" y="403324"/>
                  <a:pt x="287635" y="412750"/>
                  <a:pt x="222250" y="412750"/>
                </a:cubicBezTo>
                <a:cubicBezTo>
                  <a:pt x="156865" y="412750"/>
                  <a:pt x="95647" y="403324"/>
                  <a:pt x="49113" y="386755"/>
                </a:cubicBezTo>
                <a:cubicBezTo>
                  <a:pt x="31651" y="380504"/>
                  <a:pt x="14684" y="372666"/>
                  <a:pt x="0" y="362942"/>
                </a:cubicBezTo>
                <a:lnTo>
                  <a:pt x="0" y="428625"/>
                </a:lnTo>
                <a:cubicBezTo>
                  <a:pt x="0" y="472480"/>
                  <a:pt x="99516" y="508000"/>
                  <a:pt x="222250" y="508000"/>
                </a:cubicBezTo>
                <a:cubicBezTo>
                  <a:pt x="344984" y="508000"/>
                  <a:pt x="444500" y="472480"/>
                  <a:pt x="444500" y="428625"/>
                </a:cubicBezTo>
                <a:lnTo>
                  <a:pt x="444500" y="362942"/>
                </a:lnTo>
                <a:cubicBezTo>
                  <a:pt x="429816" y="372666"/>
                  <a:pt x="412948" y="380504"/>
                  <a:pt x="395387" y="386755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00" name="Text 10"/>
          <p:cNvSpPr/>
          <p:nvPr>
            <p:custDataLst>
              <p:tags r:id="rId9"/>
            </p:custDataLst>
          </p:nvPr>
        </p:nvSpPr>
        <p:spPr>
          <a:xfrm>
            <a:off x="6223000" y="28575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国家数据局</a:t>
            </a:r>
            <a:endParaRPr lang="en-US" sz="2000" b="1" dirty="0">
              <a:solidFill>
                <a:srgbClr val="1A1A1A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01" name="Shape 11"/>
          <p:cNvSpPr/>
          <p:nvPr>
            <p:custDataLst>
              <p:tags r:id="rId10"/>
            </p:custDataLst>
          </p:nvPr>
        </p:nvSpPr>
        <p:spPr>
          <a:xfrm>
            <a:off x="6223000" y="3365500"/>
            <a:ext cx="508000" cy="381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102" name="Text 12"/>
          <p:cNvSpPr/>
          <p:nvPr>
            <p:custDataLst>
              <p:tags r:id="rId11"/>
            </p:custDataLst>
          </p:nvPr>
        </p:nvSpPr>
        <p:spPr>
          <a:xfrm>
            <a:off x="6223000" y="3619500"/>
            <a:ext cx="38100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算电协同试点任务承接方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36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全国 5 个省份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公开信息显示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03" name="Shape 13"/>
          <p:cNvSpPr/>
          <p:nvPr>
            <p:custDataLst>
              <p:tags r:id="rId12"/>
            </p:custDataLst>
          </p:nvPr>
        </p:nvSpPr>
        <p:spPr>
          <a:xfrm>
            <a:off x="11207750" y="2159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158750"/>
                </a:lnTo>
                <a:cubicBezTo>
                  <a:pt x="0" y="193774"/>
                  <a:pt x="28476" y="222250"/>
                  <a:pt x="63500" y="222250"/>
                </a:cubicBezTo>
                <a:lnTo>
                  <a:pt x="381000" y="222250"/>
                </a:lnTo>
                <a:cubicBezTo>
                  <a:pt x="416024" y="222250"/>
                  <a:pt x="444500" y="193774"/>
                  <a:pt x="444500" y="158750"/>
                </a:cubicBezTo>
                <a:lnTo>
                  <a:pt x="444500" y="95250"/>
                </a:lnTo>
                <a:cubicBezTo>
                  <a:pt x="444500" y="60226"/>
                  <a:pt x="416024" y="31750"/>
                  <a:pt x="381000" y="31750"/>
                </a:cubicBezTo>
                <a:lnTo>
                  <a:pt x="63500" y="31750"/>
                </a:lnTo>
                <a:close/>
                <a:moveTo>
                  <a:pt x="277813" y="103188"/>
                </a:moveTo>
                <a:cubicBezTo>
                  <a:pt x="290955" y="103188"/>
                  <a:pt x="301625" y="113858"/>
                  <a:pt x="301625" y="127000"/>
                </a:cubicBezTo>
                <a:cubicBezTo>
                  <a:pt x="301625" y="140142"/>
                  <a:pt x="290955" y="150813"/>
                  <a:pt x="277813" y="150813"/>
                </a:cubicBezTo>
                <a:cubicBezTo>
                  <a:pt x="264670" y="150813"/>
                  <a:pt x="254000" y="140142"/>
                  <a:pt x="254000" y="127000"/>
                </a:cubicBezTo>
                <a:cubicBezTo>
                  <a:pt x="254000" y="113858"/>
                  <a:pt x="264670" y="103188"/>
                  <a:pt x="277813" y="103188"/>
                </a:cubicBezTo>
                <a:close/>
                <a:moveTo>
                  <a:pt x="333375" y="127000"/>
                </a:moveTo>
                <a:cubicBezTo>
                  <a:pt x="333375" y="113858"/>
                  <a:pt x="344045" y="103188"/>
                  <a:pt x="357188" y="103188"/>
                </a:cubicBezTo>
                <a:cubicBezTo>
                  <a:pt x="370330" y="103188"/>
                  <a:pt x="381000" y="113858"/>
                  <a:pt x="381000" y="127000"/>
                </a:cubicBezTo>
                <a:cubicBezTo>
                  <a:pt x="381000" y="140142"/>
                  <a:pt x="370330" y="150813"/>
                  <a:pt x="357188" y="150813"/>
                </a:cubicBezTo>
                <a:cubicBezTo>
                  <a:pt x="344045" y="150813"/>
                  <a:pt x="333375" y="140142"/>
                  <a:pt x="333375" y="127000"/>
                </a:cubicBezTo>
                <a:close/>
                <a:moveTo>
                  <a:pt x="63500" y="285750"/>
                </a:moveTo>
                <a:cubicBezTo>
                  <a:pt x="28476" y="285750"/>
                  <a:pt x="0" y="314226"/>
                  <a:pt x="0" y="349250"/>
                </a:cubicBezTo>
                <a:lnTo>
                  <a:pt x="0" y="412750"/>
                </a:lnTo>
                <a:cubicBezTo>
                  <a:pt x="0" y="447774"/>
                  <a:pt x="28476" y="476250"/>
                  <a:pt x="63500" y="476250"/>
                </a:cubicBezTo>
                <a:lnTo>
                  <a:pt x="381000" y="476250"/>
                </a:lnTo>
                <a:cubicBezTo>
                  <a:pt x="416024" y="476250"/>
                  <a:pt x="444500" y="447774"/>
                  <a:pt x="444500" y="412750"/>
                </a:cubicBezTo>
                <a:lnTo>
                  <a:pt x="444500" y="349250"/>
                </a:lnTo>
                <a:cubicBezTo>
                  <a:pt x="444500" y="314226"/>
                  <a:pt x="416024" y="285750"/>
                  <a:pt x="381000" y="285750"/>
                </a:cubicBezTo>
                <a:lnTo>
                  <a:pt x="63500" y="285750"/>
                </a:lnTo>
                <a:close/>
                <a:moveTo>
                  <a:pt x="277813" y="357188"/>
                </a:moveTo>
                <a:cubicBezTo>
                  <a:pt x="290955" y="357188"/>
                  <a:pt x="301625" y="367858"/>
                  <a:pt x="301625" y="381000"/>
                </a:cubicBezTo>
                <a:cubicBezTo>
                  <a:pt x="301625" y="394142"/>
                  <a:pt x="290955" y="404813"/>
                  <a:pt x="277813" y="404813"/>
                </a:cubicBezTo>
                <a:cubicBezTo>
                  <a:pt x="264670" y="404813"/>
                  <a:pt x="254000" y="394142"/>
                  <a:pt x="254000" y="381000"/>
                </a:cubicBezTo>
                <a:cubicBezTo>
                  <a:pt x="254000" y="367858"/>
                  <a:pt x="264670" y="357188"/>
                  <a:pt x="277813" y="357188"/>
                </a:cubicBezTo>
                <a:close/>
                <a:moveTo>
                  <a:pt x="333375" y="381000"/>
                </a:moveTo>
                <a:cubicBezTo>
                  <a:pt x="333375" y="367858"/>
                  <a:pt x="344045" y="357188"/>
                  <a:pt x="357188" y="357188"/>
                </a:cubicBezTo>
                <a:cubicBezTo>
                  <a:pt x="370330" y="357188"/>
                  <a:pt x="381000" y="367858"/>
                  <a:pt x="381000" y="381000"/>
                </a:cubicBezTo>
                <a:cubicBezTo>
                  <a:pt x="381000" y="394142"/>
                  <a:pt x="370330" y="404813"/>
                  <a:pt x="357188" y="404813"/>
                </a:cubicBezTo>
                <a:cubicBezTo>
                  <a:pt x="344045" y="404813"/>
                  <a:pt x="333375" y="394142"/>
                  <a:pt x="333375" y="381000"/>
                </a:cubicBezTo>
                <a:close/>
              </a:path>
            </a:pathLst>
          </a:custGeom>
          <a:solidFill>
            <a:srgbClr val="C00000"/>
          </a:solidFill>
        </p:spPr>
      </p:sp>
      <p:sp>
        <p:nvSpPr>
          <p:cNvPr id="104" name="Text 14"/>
          <p:cNvSpPr/>
          <p:nvPr>
            <p:custDataLst>
              <p:tags r:id="rId13"/>
            </p:custDataLst>
          </p:nvPr>
        </p:nvSpPr>
        <p:spPr>
          <a:xfrm>
            <a:off x="11176000" y="28575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中国信通院</a:t>
            </a:r>
            <a:endParaRPr lang="en-US" sz="2000" b="1" dirty="0">
              <a:solidFill>
                <a:srgbClr val="1A1A1A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05" name="Shape 15"/>
          <p:cNvSpPr/>
          <p:nvPr>
            <p:custDataLst>
              <p:tags r:id="rId14"/>
            </p:custDataLst>
          </p:nvPr>
        </p:nvSpPr>
        <p:spPr>
          <a:xfrm>
            <a:off x="11176000" y="3365500"/>
            <a:ext cx="508000" cy="381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106" name="Text 16"/>
          <p:cNvSpPr/>
          <p:nvPr>
            <p:custDataLst>
              <p:tags r:id="rId15"/>
            </p:custDataLst>
          </p:nvPr>
        </p:nvSpPr>
        <p:spPr>
          <a:xfrm>
            <a:off x="11176000" y="3619500"/>
            <a:ext cx="38100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算电协同公共服务平台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36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已接入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2026.04 已接入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07" name="Shape 17"/>
          <p:cNvSpPr/>
          <p:nvPr/>
        </p:nvSpPr>
        <p:spPr>
          <a:xfrm>
            <a:off x="889000" y="6604000"/>
            <a:ext cx="14478000" cy="10160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108" name="Text 18"/>
          <p:cNvSpPr/>
          <p:nvPr/>
        </p:nvSpPr>
        <p:spPr>
          <a:xfrm>
            <a:off x="1270000" y="6604000"/>
            <a:ext cx="13716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具备能源、数据、行业平台三类国家级协同资质能力</a:t>
            </a:r>
            <a:endParaRPr lang="en-US" sz="20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297180"/>
            <a:ext cx="1119462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1.3 </a:t>
            </a:r>
            <a:r>
              <a:rPr lang="en-US" sz="3200" b="1" kern="0" spc="1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联合主体与分工 · 央企 + AI 国家队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651000"/>
            <a:ext cx="70485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000" y="1651000"/>
            <a:ext cx="7048500" cy="7620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6" name="Text 4"/>
          <p:cNvSpPr/>
          <p:nvPr/>
        </p:nvSpPr>
        <p:spPr>
          <a:xfrm>
            <a:off x="1143000" y="1651000"/>
            <a:ext cx="381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中国联通</a:t>
            </a:r>
            <a:endParaRPr lang="en-US" sz="24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2667000"/>
            <a:ext cx="6540500" cy="368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</a:t>
            </a: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20 年数字化转型实践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</a:t>
            </a: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央企算力基础设施 + 政企渠道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</a:t>
            </a: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信创合规兜底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80000"/>
              </a:lnSpc>
              <a:spcBef>
                <a:spcPts val="2000"/>
              </a:spcBef>
            </a:pPr>
            <a:r>
              <a:rPr lang="en-US" sz="14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承担角色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80000"/>
              </a:lnSpc>
            </a:pPr>
            <a:r>
              <a:rPr lang="en-US" sz="16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客户界面 + 算力底座 + 集成交付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318500" y="1651000"/>
            <a:ext cx="7048500" cy="5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18500" y="1651000"/>
            <a:ext cx="7048500" cy="762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sp>
      <p:sp>
        <p:nvSpPr>
          <p:cNvPr id="10" name="Text 8"/>
          <p:cNvSpPr/>
          <p:nvPr/>
        </p:nvSpPr>
        <p:spPr>
          <a:xfrm>
            <a:off x="8572500" y="1651000"/>
            <a:ext cx="381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中科类脑</a:t>
            </a:r>
            <a:endParaRPr lang="en-US" sz="24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572500" y="2667000"/>
            <a:ext cx="6540500" cy="368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</a:t>
            </a: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类脑智能国家工程实验室产业化落地核心团队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</a:t>
            </a: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中国移动数字新经济产业基金 B 轮战投——AI 国家队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</a:t>
            </a: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300+ 全职员工 / 硕士以上 70+ 人 / 研发占比 70%+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</a:t>
            </a: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124 项发明专利 + 71 项软著 + 117 项注册商标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  <a:spcBef>
                <a:spcPts val="1600"/>
              </a:spcBef>
            </a:pPr>
            <a:r>
              <a:rPr lang="en-US" sz="14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承担角色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算电协同大脑 + 电力 AI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89000" y="7112000"/>
            <a:ext cx="14478000" cy="12700"/>
          </a:xfrm>
          <a:prstGeom prst="rect">
            <a:avLst/>
          </a:prstGeom>
          <a:solidFill>
            <a:srgbClr val="E5E5EA"/>
          </a:solidFill>
        </p:spPr>
      </p:sp>
      <p:sp>
        <p:nvSpPr>
          <p:cNvPr id="13" name="Text 11"/>
          <p:cNvSpPr/>
          <p:nvPr/>
        </p:nvSpPr>
        <p:spPr>
          <a:xfrm>
            <a:off x="889000" y="7366000"/>
            <a:ext cx="14478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联通</a:t>
            </a:r>
            <a:r>
              <a:rPr lang="en-US" sz="18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做客户界面 + 算力底座 + 集成交付　　</a:t>
            </a:r>
            <a:r>
              <a:rPr lang="en-US" sz="18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类脑</a:t>
            </a:r>
            <a:r>
              <a:rPr lang="en-US" sz="18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做算电协同大脑 + 电力 AI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59410" y="185420"/>
            <a:ext cx="11194627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1.4 </a:t>
            </a:r>
            <a:r>
              <a:rPr lang="en-US" sz="3200" b="1" kern="0" spc="1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算电交汇困境 · 单侧优化收益见顶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651000"/>
            <a:ext cx="6858000" cy="393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000" y="1651000"/>
            <a:ext cx="6858000" cy="635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sp>
      <p:sp>
        <p:nvSpPr>
          <p:cNvPr id="6" name="Text 4"/>
          <p:cNvSpPr/>
          <p:nvPr/>
        </p:nvSpPr>
        <p:spPr>
          <a:xfrm>
            <a:off x="1143000" y="1651000"/>
            <a:ext cx="381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算力侧卡点</a:t>
            </a:r>
            <a:endParaRPr lang="en-US" sz="20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2540000"/>
            <a:ext cx="6350000" cy="279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全生命周期电力成本占算力成本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80000"/>
              </a:lnSpc>
            </a:pPr>
            <a:r>
              <a:rPr lang="en-US" sz="36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40%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8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AI 训练负荷 </a:t>
            </a:r>
            <a:r>
              <a:rPr lang="en-US" sz="16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100% ↔ 10%</a:t>
            </a:r>
            <a:r>
              <a:rPr lang="en-US" sz="16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</a:t>
            </a: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秒级摆幅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80000"/>
              </a:lnSpc>
              <a:spcBef>
                <a:spcPts val="800"/>
              </a:spcBef>
            </a:pPr>
            <a:r>
              <a:rPr lang="en-US" sz="16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99%</a:t>
            </a:r>
            <a:r>
              <a:rPr lang="en-US" sz="16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</a:t>
            </a: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以上电力不允许间断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128000" y="1651000"/>
            <a:ext cx="7239000" cy="393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8000" y="1651000"/>
            <a:ext cx="7239000" cy="635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sp>
      <p:sp>
        <p:nvSpPr>
          <p:cNvPr id="10" name="Text 8"/>
          <p:cNvSpPr/>
          <p:nvPr/>
        </p:nvSpPr>
        <p:spPr>
          <a:xfrm>
            <a:off x="8382000" y="1651000"/>
            <a:ext cx="381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电力侧卡点</a:t>
            </a:r>
            <a:endParaRPr lang="en-US" sz="20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382000" y="2540000"/>
            <a:ext cx="6731000" cy="279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新能源高比例接入，电网急需可调负荷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8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IDC 集群夏日峰谷差 </a:t>
            </a:r>
            <a:r>
              <a:rPr lang="en-US" sz="28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17%</a:t>
            </a: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/ 冬日 </a:t>
            </a:r>
            <a:r>
              <a:rPr lang="en-US" sz="28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7%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8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国家枢纽节点新建 IDC 绿电占比 </a:t>
            </a:r>
            <a:r>
              <a:rPr lang="en-US" sz="22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≥ 80%</a:t>
            </a:r>
            <a:endParaRPr lang="en-US" sz="22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89000" y="5969000"/>
            <a:ext cx="14478000" cy="12700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13" name="Shape 11"/>
          <p:cNvSpPr/>
          <p:nvPr/>
        </p:nvSpPr>
        <p:spPr>
          <a:xfrm>
            <a:off x="1298575" y="6286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02538" y="-8840"/>
                </a:moveTo>
                <a:cubicBezTo>
                  <a:pt x="313164" y="-1161"/>
                  <a:pt x="317093" y="12769"/>
                  <a:pt x="312271" y="24914"/>
                </a:cubicBezTo>
                <a:lnTo>
                  <a:pt x="242262" y="200025"/>
                </a:lnTo>
                <a:lnTo>
                  <a:pt x="371475" y="200025"/>
                </a:lnTo>
                <a:cubicBezTo>
                  <a:pt x="383530" y="200025"/>
                  <a:pt x="394246" y="207526"/>
                  <a:pt x="398353" y="218867"/>
                </a:cubicBezTo>
                <a:cubicBezTo>
                  <a:pt x="402461" y="230207"/>
                  <a:pt x="398978" y="242888"/>
                  <a:pt x="389781" y="250567"/>
                </a:cubicBezTo>
                <a:lnTo>
                  <a:pt x="132606" y="464880"/>
                </a:lnTo>
                <a:cubicBezTo>
                  <a:pt x="122515" y="473273"/>
                  <a:pt x="108139" y="473720"/>
                  <a:pt x="97512" y="466040"/>
                </a:cubicBezTo>
                <a:cubicBezTo>
                  <a:pt x="86886" y="458361"/>
                  <a:pt x="82957" y="444431"/>
                  <a:pt x="87779" y="432286"/>
                </a:cubicBezTo>
                <a:lnTo>
                  <a:pt x="157788" y="257175"/>
                </a:lnTo>
                <a:lnTo>
                  <a:pt x="28575" y="257175"/>
                </a:lnTo>
                <a:cubicBezTo>
                  <a:pt x="16520" y="257175"/>
                  <a:pt x="5804" y="249674"/>
                  <a:pt x="1697" y="238333"/>
                </a:cubicBezTo>
                <a:cubicBezTo>
                  <a:pt x="-2411" y="226993"/>
                  <a:pt x="1072" y="214312"/>
                  <a:pt x="10269" y="206633"/>
                </a:cubicBezTo>
                <a:lnTo>
                  <a:pt x="267444" y="-7680"/>
                </a:lnTo>
                <a:cubicBezTo>
                  <a:pt x="277535" y="-16073"/>
                  <a:pt x="291911" y="-16520"/>
                  <a:pt x="302538" y="-884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1905000" y="6159500"/>
            <a:ext cx="13081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交汇点</a:t>
            </a: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：IDC 要低成本绿电 × 电网要可调负荷 = 刚性互补，亟需打通两者的协同"大脑"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297180"/>
            <a:ext cx="1119462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1.5 </a:t>
            </a:r>
            <a:r>
              <a:rPr lang="en-US" sz="3200" b="1" kern="0" spc="1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万亿级复合市场 · 2026–2028 战略机遇期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587500"/>
            <a:ext cx="4699000" cy="292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714500"/>
            <a:ext cx="4191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算力侧市场</a:t>
            </a:r>
            <a:endParaRPr lang="en-US" sz="18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3000" y="2159000"/>
            <a:ext cx="4191000" cy="215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中国智能算力规模高速增长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"东数西算" </a:t>
            </a: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8 大枢纽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节点 + </a:t>
            </a: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10 大集群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全面启动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智算占算力比 2016–2020：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28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3% → 41%</a:t>
            </a:r>
            <a:endParaRPr lang="en-US" sz="28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842000" y="1587500"/>
            <a:ext cx="4699000" cy="292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0" y="1714500"/>
            <a:ext cx="4191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电力与综合能源市场</a:t>
            </a:r>
            <a:endParaRPr lang="en-US" sz="18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0" y="2159000"/>
            <a:ext cx="4191000" cy="215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电力交易市场化扩容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虚拟电厂、能碳管理、智慧综合能源构成电力 AI 综合解决方案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24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千亿级 → 万亿级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复合市场规模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95000" y="1587500"/>
            <a:ext cx="4572000" cy="292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49000" y="1714500"/>
            <a:ext cx="4064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算电一体复合市场</a:t>
            </a:r>
            <a:endParaRPr lang="en-US" sz="18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049000" y="2159000"/>
            <a:ext cx="4064000" cy="215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能源局示范：全国仅 </a:t>
            </a:r>
            <a:r>
              <a:rPr lang="en-US" sz="15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2 个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——类脑承接其一（芜湖）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数据局试点：全国仅 </a:t>
            </a:r>
            <a:r>
              <a:rPr lang="en-US" sz="15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5 省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——类脑承接其一（皖疆）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信通院平台：2026.04 已接入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89000" y="4826000"/>
            <a:ext cx="14478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9530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战略机遇期 · 三重叠加</a:t>
            </a:r>
            <a:endParaRPr lang="en-US" sz="18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5397500"/>
            <a:ext cx="4445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政策窗口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"十五五"规划开局，新型电力系统建设与"东数西算"战略全面深化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842000" y="5397500"/>
            <a:ext cx="4445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试点窗口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国央企算电协同试点于 2026–2028 年集中落地，经验向全国推广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541000" y="5397500"/>
            <a:ext cx="4572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标准窗口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信通院、能源局牵头的行业标准与技术规范于 2026–2027 年陆续出台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89000" y="7239000"/>
            <a:ext cx="14478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算电协同已从政策导向走向规模化落地，2026–2028 是构建领先地位的关键三年</a:t>
            </a:r>
            <a:endParaRPr lang="en-US" sz="1800" b="1" dirty="0">
              <a:solidFill>
                <a:srgbClr val="1A1A1A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297180"/>
            <a:ext cx="1119462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1.6 </a:t>
            </a:r>
            <a:r>
              <a:rPr lang="en-US" sz="3200" b="1" kern="0" spc="1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三类客户核心诉求与共性需求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651000"/>
            <a:ext cx="4572000" cy="393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000" y="1651000"/>
            <a:ext cx="4572000" cy="635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sp>
      <p:sp>
        <p:nvSpPr>
          <p:cNvPr id="6" name="Text 4"/>
          <p:cNvSpPr/>
          <p:nvPr/>
        </p:nvSpPr>
        <p:spPr>
          <a:xfrm>
            <a:off x="1143000" y="1651000"/>
            <a:ext cx="4064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IDC 运营方</a:t>
            </a:r>
            <a:endParaRPr lang="en-US" sz="20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2540000"/>
            <a:ext cx="4064000" cy="279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电力成本占比高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绿电消纳路径不清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PUE 优化空间有限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碳盘查多口径合规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842000" y="1651000"/>
            <a:ext cx="4572000" cy="393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42000" y="1651000"/>
            <a:ext cx="4572000" cy="635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sp>
      <p:sp>
        <p:nvSpPr>
          <p:cNvPr id="10" name="Text 8"/>
          <p:cNvSpPr/>
          <p:nvPr/>
        </p:nvSpPr>
        <p:spPr>
          <a:xfrm>
            <a:off x="6096000" y="1651000"/>
            <a:ext cx="4064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发电与能源集团</a:t>
            </a:r>
            <a:endParaRPr lang="en-US" sz="20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0" y="2540000"/>
            <a:ext cx="4064000" cy="279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 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新能源消纳困难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 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电力交易收益波动大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 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虚拟电厂规模化运营缺抓手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95000" y="1651000"/>
            <a:ext cx="4572000" cy="393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95000" y="1651000"/>
            <a:ext cx="4572000" cy="6350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14" name="Text 12"/>
          <p:cNvSpPr/>
          <p:nvPr/>
        </p:nvSpPr>
        <p:spPr>
          <a:xfrm>
            <a:off x="11049000" y="1651000"/>
            <a:ext cx="4064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政府与园区</a:t>
            </a:r>
            <a:endParaRPr lang="en-US" sz="20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049000" y="2540000"/>
            <a:ext cx="4064000" cy="279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 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算力产业招商缺组合优势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 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能耗双控压力大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 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绿色低碳目标缺可量化路径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89000" y="6096000"/>
            <a:ext cx="14478000" cy="7620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17" name="Text 15"/>
          <p:cNvSpPr/>
          <p:nvPr/>
        </p:nvSpPr>
        <p:spPr>
          <a:xfrm>
            <a:off x="1270000" y="6096000"/>
            <a:ext cx="13716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共同诉求：亟需打通"算力—电力—碳排"全链路协同的一体化解决方案</a:t>
            </a:r>
            <a:endParaRPr lang="en-US" sz="20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77927" y="2225887"/>
            <a:ext cx="143087" cy="59258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218" tIns="60613" rIns="121218" bIns="60613" rtlCol="0" anchor="ctr"/>
          <a:lstStyle>
            <a:lvl1pPr marL="0" marR="0" indent="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1pPr>
            <a:lvl2pPr marL="0" marR="0" indent="4572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2pPr>
            <a:lvl3pPr marL="0" marR="0" indent="9144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3pPr>
            <a:lvl4pPr marL="0" marR="0" indent="13716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4pPr>
            <a:lvl5pPr marL="0" marR="0" indent="18288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5pPr>
            <a:lvl6pPr marL="0" marR="0" indent="22860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6pPr>
            <a:lvl7pPr marL="0" marR="0" indent="27432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7pPr>
            <a:lvl8pPr marL="0" marR="0" indent="32004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8pPr>
            <a:lvl9pPr marL="0" marR="0" indent="36576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9pPr>
          </a:lstStyle>
          <a:p>
            <a:pPr algn="ctr" defTabSz="908685" eaLnBrk="1" fontAlgn="auto" hangingPunct="1">
              <a:lnSpc>
                <a:spcPct val="150000"/>
              </a:lnSpc>
              <a:defRPr/>
            </a:pPr>
            <a:endParaRPr lang="en-US" sz="3200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sym typeface="宋体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61233" y="1509689"/>
            <a:ext cx="4303624" cy="2553969"/>
            <a:chOff x="2711530" y="2724426"/>
            <a:chExt cx="3227716" cy="1915478"/>
          </a:xfrm>
        </p:grpSpPr>
        <p:sp>
          <p:nvSpPr>
            <p:cNvPr id="12" name="矩形 11"/>
            <p:cNvSpPr/>
            <p:nvPr/>
          </p:nvSpPr>
          <p:spPr>
            <a:xfrm>
              <a:off x="2711530" y="2724426"/>
              <a:ext cx="2908142" cy="191547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0" marR="0" indent="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1pPr>
              <a:lvl2pPr marL="0" marR="0" indent="457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2pPr>
              <a:lvl3pPr marL="0" marR="0" indent="914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3pPr>
              <a:lvl4pPr marL="0" marR="0" indent="1371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4pPr>
              <a:lvl5pPr marL="0" marR="0" indent="18288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5pPr>
              <a:lvl6pPr marL="0" marR="0" indent="22860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6pPr>
              <a:lvl7pPr marL="0" marR="0" indent="2743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7pPr>
              <a:lvl8pPr marL="0" marR="0" indent="3200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8pPr>
              <a:lvl9pPr marL="0" marR="0" indent="3657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9pPr>
            </a:lstStyle>
            <a:p>
              <a:pPr algn="ctr" defTabSz="908685" eaLnBrk="1" fontAlgn="auto" hangingPunct="1">
                <a:lnSpc>
                  <a:spcPct val="150000"/>
                </a:lnSpc>
                <a:defRPr/>
              </a:pPr>
              <a:r>
                <a:rPr lang="zh-CN" altLang="en-US" sz="10665" b="1" dirty="0">
                  <a:solidFill>
                    <a:srgbClr val="303030"/>
                  </a:solidFill>
                  <a:latin typeface="微软雅黑" pitchFamily="34" charset="0"/>
                  <a:ea typeface="微软雅黑" pitchFamily="34" charset="0"/>
                  <a:sym typeface="宋体" pitchFamily="2" charset="-122"/>
                </a:rPr>
                <a:t>目</a:t>
              </a:r>
              <a:r>
                <a:rPr lang="zh-CN" altLang="en-US" sz="4800" b="1" dirty="0">
                  <a:solidFill>
                    <a:srgbClr val="303030"/>
                  </a:solidFill>
                  <a:latin typeface="微软雅黑" pitchFamily="34" charset="0"/>
                  <a:ea typeface="微软雅黑" pitchFamily="34" charset="0"/>
                  <a:sym typeface="宋体" pitchFamily="2" charset="-122"/>
                </a:rPr>
                <a:t>录</a:t>
              </a:r>
              <a:endParaRPr lang="en-US" sz="4800" b="1" dirty="0">
                <a:solidFill>
                  <a:srgbClr val="303030"/>
                </a:solidFill>
                <a:latin typeface="微软雅黑" pitchFamily="34" charset="0"/>
                <a:ea typeface="微软雅黑" pitchFamily="34" charset="0"/>
                <a:sym typeface="宋体" pitchFamily="2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4403341" y="3317059"/>
              <a:ext cx="1535905" cy="376238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 marL="0" marR="0" indent="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1pPr>
              <a:lvl2pPr marL="0" marR="0" indent="457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2pPr>
              <a:lvl3pPr marL="0" marR="0" indent="914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3pPr>
              <a:lvl4pPr marL="0" marR="0" indent="1371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4pPr>
              <a:lvl5pPr marL="0" marR="0" indent="18288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5pPr>
              <a:lvl6pPr marL="0" marR="0" indent="22860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6pPr>
              <a:lvl7pPr marL="0" marR="0" indent="2743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7pPr>
              <a:lvl8pPr marL="0" marR="0" indent="3200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8pPr>
              <a:lvl9pPr marL="0" marR="0" indent="3657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9pPr>
            </a:lstStyle>
            <a:p>
              <a:pPr algn="ctr" defTabSz="908685" eaLnBrk="1" fontAlgn="auto" hangingPunct="1">
                <a:defRPr/>
              </a:pPr>
              <a:r>
                <a:rPr lang="en-US" sz="2665" dirty="0">
                  <a:solidFill>
                    <a:srgbClr val="303030"/>
                  </a:solidFill>
                  <a:latin typeface="微软雅黑" pitchFamily="34" charset="0"/>
                  <a:ea typeface="微软雅黑" pitchFamily="34" charset="0"/>
                  <a:sym typeface="宋体" pitchFamily="2" charset="-122"/>
                </a:rPr>
                <a:t>CONTENTS</a:t>
              </a:r>
              <a:endParaRPr lang="en-US" sz="2665" dirty="0">
                <a:solidFill>
                  <a:srgbClr val="303030"/>
                </a:solidFill>
                <a:latin typeface="微软雅黑" pitchFamily="34" charset="0"/>
                <a:ea typeface="微软雅黑" pitchFamily="34" charset="0"/>
                <a:sym typeface="宋体" pitchFamily="2" charset="-122"/>
              </a:endParaRPr>
            </a:p>
          </p:txBody>
        </p:sp>
      </p:grpSp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5489787" y="2219113"/>
            <a:ext cx="7964593" cy="774700"/>
            <a:chOff x="6495" y="3154"/>
            <a:chExt cx="9407" cy="1134"/>
          </a:xfrm>
          <a:solidFill>
            <a:schemeClr val="bg1">
              <a:lumMod val="50000"/>
            </a:schemeClr>
          </a:solidFill>
        </p:grpSpPr>
        <p:sp>
          <p:nvSpPr>
            <p:cNvPr id="17" name="Freeform 57"/>
            <p:cNvSpPr/>
            <p:nvPr>
              <p:custDataLst>
                <p:tags r:id="rId2"/>
              </p:custDataLst>
            </p:nvPr>
          </p:nvSpPr>
          <p:spPr bwMode="auto">
            <a:xfrm>
              <a:off x="6495" y="3154"/>
              <a:ext cx="1417" cy="1134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eaLnBrk="0" fontAlgn="base" hangingPunc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+mj-ea"/>
                <a:defRPr/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itchFamily="34" charset="0"/>
                  <a:ea typeface="微软雅黑" pitchFamily="34" charset="0"/>
                  <a:sym typeface="+mn-ea"/>
                </a:rPr>
                <a:t>一</a:t>
              </a:r>
              <a:endParaRPr lang="zh-CN" altLang="en-US" sz="2665" b="1" dirty="0">
                <a:solidFill>
                  <a:schemeClr val="bg1"/>
                </a:solidFill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18" name="Freeform 56"/>
            <p:cNvSpPr/>
            <p:nvPr>
              <p:custDataLst>
                <p:tags r:id="rId3"/>
              </p:custDataLst>
            </p:nvPr>
          </p:nvSpPr>
          <p:spPr bwMode="auto">
            <a:xfrm>
              <a:off x="8820" y="3154"/>
              <a:ext cx="7082" cy="1134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eaLnBrk="0" fontAlgn="base" hangingPunc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+mj-ea"/>
                <a:defRPr/>
              </a:pP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行业洞察与战略</a:t>
              </a: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机遇</a:t>
              </a:r>
              <a:endParaRPr lang="zh-CN" altLang="en-US" sz="2665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</p:grpSp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5489787" y="3513667"/>
            <a:ext cx="7964593" cy="774700"/>
            <a:chOff x="6495" y="5160"/>
            <a:chExt cx="9407" cy="1133"/>
          </a:xfrm>
          <a:solidFill>
            <a:schemeClr val="accent1"/>
          </a:solidFill>
        </p:grpSpPr>
        <p:sp>
          <p:nvSpPr>
            <p:cNvPr id="4" name="Freeform 57"/>
            <p:cNvSpPr/>
            <p:nvPr>
              <p:custDataLst>
                <p:tags r:id="rId5"/>
              </p:custDataLst>
            </p:nvPr>
          </p:nvSpPr>
          <p:spPr bwMode="auto">
            <a:xfrm>
              <a:off x="6495" y="5160"/>
              <a:ext cx="1417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itchFamily="34" charset="0"/>
                  <a:ea typeface="微软雅黑" pitchFamily="34" charset="0"/>
                  <a:sym typeface="+mn-ea"/>
                </a:rPr>
                <a:t>二</a:t>
              </a:r>
              <a:endParaRPr lang="zh-CN" altLang="en-US" sz="2665" b="1" dirty="0">
                <a:solidFill>
                  <a:schemeClr val="bg1"/>
                </a:solidFill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6" name="Freeform 56"/>
            <p:cNvSpPr/>
            <p:nvPr>
              <p:custDataLst>
                <p:tags r:id="rId6"/>
              </p:custDataLst>
            </p:nvPr>
          </p:nvSpPr>
          <p:spPr bwMode="auto">
            <a:xfrm>
              <a:off x="8820" y="5160"/>
              <a:ext cx="7082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解决</a:t>
              </a: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方案</a:t>
              </a:r>
              <a:endParaRPr lang="zh-CN" altLang="en-US" sz="2665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</p:grp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5489787" y="4801023"/>
            <a:ext cx="7964593" cy="774700"/>
            <a:chOff x="6495" y="5160"/>
            <a:chExt cx="9407" cy="1133"/>
          </a:xfrm>
          <a:solidFill>
            <a:schemeClr val="bg1">
              <a:lumMod val="50000"/>
            </a:schemeClr>
          </a:solidFill>
        </p:grpSpPr>
        <p:sp>
          <p:nvSpPr>
            <p:cNvPr id="8" name="Freeform 57"/>
            <p:cNvSpPr/>
            <p:nvPr>
              <p:custDataLst>
                <p:tags r:id="rId8"/>
              </p:custDataLst>
            </p:nvPr>
          </p:nvSpPr>
          <p:spPr bwMode="auto">
            <a:xfrm>
              <a:off x="6495" y="5160"/>
              <a:ext cx="1417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p>
              <a:pPr lvl="0" algn="ctr" defTabSz="908685">
                <a:buClrTx/>
                <a:buSzTx/>
                <a:buFontTx/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itchFamily="34" charset="0"/>
                  <a:ea typeface="微软雅黑" pitchFamily="34" charset="0"/>
                  <a:sym typeface="+mn-ea"/>
                </a:rPr>
                <a:t>三</a:t>
              </a:r>
              <a:endParaRPr lang="zh-CN" altLang="en-US" sz="2665" b="1" dirty="0">
                <a:solidFill>
                  <a:schemeClr val="bg1"/>
                </a:solidFill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10" name="Freeform 56"/>
            <p:cNvSpPr/>
            <p:nvPr>
              <p:custDataLst>
                <p:tags r:id="rId9"/>
              </p:custDataLst>
            </p:nvPr>
          </p:nvSpPr>
          <p:spPr bwMode="auto">
            <a:xfrm>
              <a:off x="8820" y="5160"/>
              <a:ext cx="7082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p>
              <a:pPr lvl="0" algn="ctr" defTabSz="908685">
                <a:buClrTx/>
                <a:buSzTx/>
                <a:buFontTx/>
              </a:pP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sym typeface="+mn-ea"/>
                </a:rPr>
                <a:t>实施交付与商业</a:t>
              </a: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sym typeface="+mn-ea"/>
                </a:rPr>
                <a:t>模式</a:t>
              </a:r>
              <a:endParaRPr lang="zh-CN" altLang="en-US" sz="2665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</p:grpSp>
      <p:grpSp>
        <p:nvGrpSpPr>
          <p:cNvPr id="11" name="组合 10"/>
          <p:cNvGrpSpPr/>
          <p:nvPr>
            <p:custDataLst>
              <p:tags r:id="rId10"/>
            </p:custDataLst>
          </p:nvPr>
        </p:nvGrpSpPr>
        <p:grpSpPr>
          <a:xfrm>
            <a:off x="5489787" y="6089227"/>
            <a:ext cx="7964593" cy="774700"/>
            <a:chOff x="6495" y="5160"/>
            <a:chExt cx="9407" cy="1133"/>
          </a:xfrm>
          <a:solidFill>
            <a:schemeClr val="bg1">
              <a:lumMod val="50000"/>
            </a:schemeClr>
          </a:solidFill>
        </p:grpSpPr>
        <p:sp>
          <p:nvSpPr>
            <p:cNvPr id="13" name="Freeform 57"/>
            <p:cNvSpPr/>
            <p:nvPr>
              <p:custDataLst>
                <p:tags r:id="rId11"/>
              </p:custDataLst>
            </p:nvPr>
          </p:nvSpPr>
          <p:spPr bwMode="auto">
            <a:xfrm>
              <a:off x="6495" y="5160"/>
              <a:ext cx="1417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itchFamily="34" charset="0"/>
                  <a:ea typeface="微软雅黑" pitchFamily="34" charset="0"/>
                  <a:sym typeface="+mn-ea"/>
                </a:rPr>
                <a:t>四</a:t>
              </a:r>
              <a:endParaRPr lang="zh-CN" altLang="en-US" sz="2665" b="1" dirty="0">
                <a:solidFill>
                  <a:schemeClr val="bg1"/>
                </a:solidFill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14" name="Freeform 56"/>
            <p:cNvSpPr/>
            <p:nvPr>
              <p:custDataLst>
                <p:tags r:id="rId12"/>
              </p:custDataLst>
            </p:nvPr>
          </p:nvSpPr>
          <p:spPr bwMode="auto">
            <a:xfrm>
              <a:off x="8820" y="5160"/>
              <a:ext cx="7082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标杆</a:t>
              </a: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案例</a:t>
              </a:r>
              <a:endParaRPr lang="zh-CN" altLang="en-US" sz="2665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13"/>
            </p:custDataLst>
          </p:nvPr>
        </p:nvGrpSpPr>
        <p:grpSpPr>
          <a:xfrm>
            <a:off x="5489787" y="7377007"/>
            <a:ext cx="7964593" cy="774700"/>
            <a:chOff x="6495" y="5160"/>
            <a:chExt cx="9407" cy="1133"/>
          </a:xfrm>
          <a:solidFill>
            <a:schemeClr val="bg1">
              <a:lumMod val="50000"/>
            </a:schemeClr>
          </a:solidFill>
        </p:grpSpPr>
        <p:sp>
          <p:nvSpPr>
            <p:cNvPr id="19" name="Freeform 57"/>
            <p:cNvSpPr/>
            <p:nvPr>
              <p:custDataLst>
                <p:tags r:id="rId14"/>
              </p:custDataLst>
            </p:nvPr>
          </p:nvSpPr>
          <p:spPr bwMode="auto">
            <a:xfrm>
              <a:off x="6495" y="5160"/>
              <a:ext cx="1417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itchFamily="34" charset="0"/>
                  <a:ea typeface="微软雅黑" pitchFamily="34" charset="0"/>
                  <a:sym typeface="+mn-ea"/>
                </a:rPr>
                <a:t>五</a:t>
              </a:r>
              <a:endParaRPr lang="zh-CN" altLang="en-US" sz="2665" b="1" dirty="0">
                <a:solidFill>
                  <a:schemeClr val="bg1"/>
                </a:solidFill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20" name="Freeform 56"/>
            <p:cNvSpPr/>
            <p:nvPr>
              <p:custDataLst>
                <p:tags r:id="rId15"/>
              </p:custDataLst>
            </p:nvPr>
          </p:nvSpPr>
          <p:spPr bwMode="auto">
            <a:xfrm>
              <a:off x="8820" y="5160"/>
              <a:ext cx="7082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差异化核心</a:t>
              </a: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竞争力</a:t>
              </a:r>
              <a:endParaRPr lang="zh-CN" altLang="en-US" sz="2665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297180"/>
            <a:ext cx="1119462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2.1 </a:t>
            </a:r>
            <a:r>
              <a:rPr lang="zh-CN" altLang="en-US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方法论 · "算-电-碳"全链路智能协同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889000" y="1524000"/>
            <a:ext cx="1447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2D2D2D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实现能源、算力、碳三者在时空维度的协同优化</a:t>
            </a:r>
            <a:endParaRPr lang="en-US" sz="1800" dirty="0">
              <a:solidFill>
                <a:srgbClr val="2D2D2D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89000" y="2159000"/>
            <a:ext cx="4445000" cy="1270000"/>
          </a:xfrm>
          <a:prstGeom prst="rect">
            <a:avLst/>
          </a:prstGeom>
          <a:solidFill>
            <a:srgbClr val="E8F4FD"/>
          </a:solidFill>
        </p:spPr>
      </p:sp>
      <p:sp>
        <p:nvSpPr>
          <p:cNvPr id="6" name="Text 4"/>
          <p:cNvSpPr/>
          <p:nvPr/>
        </p:nvSpPr>
        <p:spPr>
          <a:xfrm>
            <a:off x="1143000" y="2260600"/>
            <a:ext cx="3937000" cy="1079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b="1" dirty="0">
                <a:solidFill>
                  <a:srgbClr val="1565C0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算力需求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算力任务、训练/推理负荷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51500" y="2159000"/>
            <a:ext cx="4445000" cy="1270000"/>
          </a:xfrm>
          <a:prstGeom prst="rect">
            <a:avLst/>
          </a:prstGeom>
          <a:solidFill>
            <a:srgbClr val="E8F5E9"/>
          </a:solidFill>
        </p:spPr>
      </p:sp>
      <p:sp>
        <p:nvSpPr>
          <p:cNvPr id="8" name="Text 6"/>
          <p:cNvSpPr/>
          <p:nvPr/>
        </p:nvSpPr>
        <p:spPr>
          <a:xfrm>
            <a:off x="5905500" y="2260600"/>
            <a:ext cx="3937000" cy="1079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能源流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源/网/荷/储、绿电、电价、负荷曲线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414000" y="2159000"/>
            <a:ext cx="4953000" cy="1270000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10" name="Text 8"/>
          <p:cNvSpPr/>
          <p:nvPr/>
        </p:nvSpPr>
        <p:spPr>
          <a:xfrm>
            <a:off x="10668000" y="2260600"/>
            <a:ext cx="4445000" cy="1079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b="1" dirty="0">
                <a:solidFill>
                  <a:srgbClr val="61616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碳排流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碳足迹、碳因子、碳资产、CCER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588000" y="3746500"/>
            <a:ext cx="5080000" cy="762000"/>
          </a:xfrm>
          <a:prstGeom prst="rect">
            <a:avLst/>
          </a:prstGeom>
          <a:solidFill>
            <a:srgbClr val="E60012"/>
          </a:solidFill>
        </p:spPr>
      </p:sp>
      <p:sp>
        <p:nvSpPr>
          <p:cNvPr id="12" name="Text 10"/>
          <p:cNvSpPr/>
          <p:nvPr/>
        </p:nvSpPr>
        <p:spPr>
          <a:xfrm>
            <a:off x="5842000" y="3746500"/>
            <a:ext cx="4572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算电协同大脑（灵梭）</a:t>
            </a:r>
            <a:endParaRPr lang="en-US" sz="22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111500" y="3429000"/>
            <a:ext cx="2476500" cy="317500"/>
          </a:xfrm>
          <a:prstGeom prst="straightConnector1">
            <a:avLst/>
          </a:prstGeom>
          <a:noFill/>
          <a:ln w="25400">
            <a:solidFill>
              <a:srgbClr val="E60012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7874000" y="3429000"/>
            <a:ext cx="254000" cy="317500"/>
          </a:xfrm>
          <a:prstGeom prst="straightConnector1">
            <a:avLst/>
          </a:prstGeom>
          <a:noFill/>
          <a:ln w="25400">
            <a:solidFill>
              <a:srgbClr val="E60012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2890500" y="3429000"/>
            <a:ext cx="0" cy="317500"/>
          </a:xfrm>
          <a:prstGeom prst="straightConnector1">
            <a:avLst/>
          </a:prstGeom>
          <a:noFill/>
          <a:ln w="25400">
            <a:solidFill>
              <a:srgbClr val="E60012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889000" y="4953000"/>
            <a:ext cx="457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5080000"/>
            <a:ext cx="40640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时空耦合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算力需求与能源供给在时间+空间双维耦合，数字孪生体实时映射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842000" y="4953000"/>
            <a:ext cx="457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6000" y="5080000"/>
            <a:ext cx="40640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全链路智能协同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感知→分析→预测→决策→执行，覆盖全生命周期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795000" y="4953000"/>
            <a:ext cx="457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49000" y="5080000"/>
            <a:ext cx="4064000" cy="1397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AI 驱动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大模型多维度决策，秒级响应精准调配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194945"/>
            <a:ext cx="11194627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2.2 </a:t>
            </a:r>
            <a:r>
              <a:rPr lang="en-US" sz="3200" b="1" kern="0" spc="1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算⇄电双向协同 · 核心架构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2" name="Text 2"/>
          <p:cNvSpPr/>
          <p:nvPr/>
        </p:nvSpPr>
        <p:spPr>
          <a:xfrm>
            <a:off x="889000" y="1460500"/>
            <a:ext cx="1447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把数据中心从被动用电者变成电网合伙人</a:t>
            </a:r>
            <a:endParaRPr lang="en-US" sz="18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889000" y="2095500"/>
            <a:ext cx="6858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3" name="Shape 4"/>
          <p:cNvSpPr/>
          <p:nvPr/>
        </p:nvSpPr>
        <p:spPr>
          <a:xfrm>
            <a:off x="889000" y="2095500"/>
            <a:ext cx="6858000" cy="5715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sp>
      <p:sp>
        <p:nvSpPr>
          <p:cNvPr id="24" name="Text 5"/>
          <p:cNvSpPr/>
          <p:nvPr/>
        </p:nvSpPr>
        <p:spPr>
          <a:xfrm>
            <a:off x="1143000" y="2095500"/>
            <a:ext cx="381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算 → 电</a:t>
            </a:r>
            <a:endParaRPr lang="en-US" sz="20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25" name="Text 6"/>
          <p:cNvSpPr/>
          <p:nvPr/>
        </p:nvSpPr>
        <p:spPr>
          <a:xfrm>
            <a:off x="1143000" y="2857500"/>
            <a:ext cx="63500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①</a:t>
            </a: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算力负荷预测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②</a:t>
            </a: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绿电直供申报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③</a:t>
            </a: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新能源消纳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④</a:t>
            </a: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跨节点潮汐调度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8128000" y="2095500"/>
            <a:ext cx="723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7" name="Shape 8"/>
          <p:cNvSpPr/>
          <p:nvPr/>
        </p:nvSpPr>
        <p:spPr>
          <a:xfrm>
            <a:off x="8128000" y="2095500"/>
            <a:ext cx="7239000" cy="5715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28" name="Text 9"/>
          <p:cNvSpPr/>
          <p:nvPr/>
        </p:nvSpPr>
        <p:spPr>
          <a:xfrm>
            <a:off x="8382000" y="2095500"/>
            <a:ext cx="3810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电 → 算</a:t>
            </a:r>
            <a:endParaRPr lang="en-US" sz="20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8382000" y="2857500"/>
            <a:ext cx="67310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①</a:t>
            </a: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IDC 算电优化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②</a:t>
            </a: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虚拟电厂聚合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③</a:t>
            </a: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储能调度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④</a:t>
            </a: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算力任务重分配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30" name="Shape 11"/>
          <p:cNvSpPr/>
          <p:nvPr/>
        </p:nvSpPr>
        <p:spPr>
          <a:xfrm>
            <a:off x="889000" y="5524500"/>
            <a:ext cx="14478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1" name="Text 12"/>
          <p:cNvSpPr/>
          <p:nvPr/>
        </p:nvSpPr>
        <p:spPr>
          <a:xfrm>
            <a:off x="1143000" y="5651500"/>
            <a:ext cx="254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预期成效</a:t>
            </a:r>
            <a:endParaRPr lang="en-US" sz="18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1143000" y="6096000"/>
            <a:ext cx="2540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绿电占比目标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>
              <a:lnSpc>
                <a:spcPct val="140000"/>
              </a:lnSpc>
            </a:pPr>
            <a:r>
              <a:rPr lang="en-US" sz="28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100%</a:t>
            </a:r>
            <a:endParaRPr lang="en-US" sz="28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3937000" y="6096000"/>
            <a:ext cx="2540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综合能耗降幅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>
              <a:lnSpc>
                <a:spcPct val="140000"/>
              </a:lnSpc>
            </a:pPr>
            <a:r>
              <a:rPr lang="en-US" sz="28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~10%</a:t>
            </a:r>
            <a:endParaRPr lang="en-US" sz="28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6731000" y="6096000"/>
            <a:ext cx="2540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用电成本降幅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>
              <a:lnSpc>
                <a:spcPct val="140000"/>
              </a:lnSpc>
            </a:pPr>
            <a:r>
              <a:rPr lang="en-US" sz="28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~15%</a:t>
            </a:r>
            <a:endParaRPr lang="en-US" sz="28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9525000" y="6096000"/>
            <a:ext cx="2540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交易收益增幅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>
              <a:lnSpc>
                <a:spcPct val="140000"/>
              </a:lnSpc>
            </a:pPr>
            <a:r>
              <a:rPr lang="en-US" sz="28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5-20%</a:t>
            </a:r>
            <a:endParaRPr lang="en-US" sz="28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36" name="Text 17"/>
          <p:cNvSpPr/>
          <p:nvPr/>
        </p:nvSpPr>
        <p:spPr>
          <a:xfrm>
            <a:off x="12319000" y="6159500"/>
            <a:ext cx="2794000" cy="825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PUE优化/碳强度下降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>
              <a:lnSpc>
                <a:spcPct val="140000"/>
              </a:lnSpc>
            </a:pPr>
            <a:r>
              <a:rPr lang="en-US" sz="22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持续优化</a:t>
            </a:r>
            <a:endParaRPr lang="en-US" sz="22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198120"/>
            <a:ext cx="11194627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2.3 </a:t>
            </a:r>
            <a:r>
              <a:rPr lang="en-US" sz="3200" b="1" kern="0" spc="1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灵梭五层架构 · 协同运行机制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587500"/>
            <a:ext cx="14478000" cy="10795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5" name="Text 3"/>
          <p:cNvSpPr/>
          <p:nvPr/>
        </p:nvSpPr>
        <p:spPr>
          <a:xfrm>
            <a:off x="1079500" y="1587500"/>
            <a:ext cx="825500" cy="1079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01</a:t>
            </a:r>
            <a:endParaRPr lang="en-US" sz="28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968500" y="1651000"/>
            <a:ext cx="1524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感知层</a:t>
            </a:r>
            <a:endParaRPr lang="en-US" sz="20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968500" y="2133600"/>
            <a:ext cx="130810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AIoT + 玄视视觉大模型 + 多模态传感 + 能源多模态大模型 V2.0</a:t>
            </a:r>
            <a:endParaRPr lang="en-US" sz="1500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89000" y="2794000"/>
            <a:ext cx="14478000" cy="107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9500" y="2794000"/>
            <a:ext cx="825500" cy="1079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02</a:t>
            </a:r>
            <a:endParaRPr lang="en-US" sz="28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968500" y="2857500"/>
            <a:ext cx="1524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预测层</a:t>
            </a:r>
            <a:endParaRPr lang="en-US" sz="20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968500" y="3340100"/>
            <a:ext cx="130810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新能源功率 </a:t>
            </a: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90%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/ 电力负荷 </a:t>
            </a: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97%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/ 电价 </a:t>
            </a: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92%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/ 算力负荷 </a:t>
            </a: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86%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89000" y="4000500"/>
            <a:ext cx="14478000" cy="107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9500" y="4000500"/>
            <a:ext cx="825500" cy="1079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03</a:t>
            </a:r>
            <a:endParaRPr lang="en-US" sz="28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968500" y="4064000"/>
            <a:ext cx="1524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决策层</a:t>
            </a:r>
            <a:endParaRPr lang="en-US" sz="20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968500" y="4546600"/>
            <a:ext cx="130810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算电调度 / 市场交易 / 储能调度 / 可调潜力评估</a:t>
            </a:r>
            <a:endParaRPr lang="en-US" sz="1500" dirty="0">
              <a:solidFill>
                <a:srgbClr val="1A1A1A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89000" y="5207000"/>
            <a:ext cx="14478000" cy="107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9500" y="5207000"/>
            <a:ext cx="825500" cy="1079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04</a:t>
            </a:r>
            <a:endParaRPr lang="en-US" sz="28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968500" y="5270500"/>
            <a:ext cx="1524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执行层</a:t>
            </a:r>
            <a:endParaRPr lang="en-US" sz="20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968500" y="5753100"/>
            <a:ext cx="130810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秒级响应 / 精准调配 / 数字孪生体</a:t>
            </a:r>
            <a:endParaRPr lang="en-US" sz="1500" dirty="0">
              <a:solidFill>
                <a:srgbClr val="1A1A1A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89000" y="6413500"/>
            <a:ext cx="14478000" cy="107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9500" y="6413500"/>
            <a:ext cx="825500" cy="1079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05</a:t>
            </a:r>
            <a:endParaRPr lang="en-US" sz="28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968500" y="6477000"/>
            <a:ext cx="1524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交易层</a:t>
            </a:r>
            <a:endParaRPr lang="en-US" sz="20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968500" y="6959600"/>
            <a:ext cx="130810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中长期 + 现货 / 全托管 + 半托管 + 平台服务三模式 / 收益增 </a:t>
            </a: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5–20%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128000" y="2667000"/>
            <a:ext cx="0" cy="127000"/>
          </a:xfrm>
          <a:prstGeom prst="straightConnector1">
            <a:avLst/>
          </a:prstGeom>
          <a:noFill/>
          <a:ln w="25400">
            <a:solidFill>
              <a:srgbClr val="E60012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8128000" y="3873500"/>
            <a:ext cx="0" cy="127000"/>
          </a:xfrm>
          <a:prstGeom prst="straightConnector1">
            <a:avLst/>
          </a:prstGeom>
          <a:noFill/>
          <a:ln w="25400">
            <a:solidFill>
              <a:srgbClr val="E60012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8128000" y="5080000"/>
            <a:ext cx="0" cy="127000"/>
          </a:xfrm>
          <a:prstGeom prst="straightConnector1">
            <a:avLst/>
          </a:prstGeom>
          <a:noFill/>
          <a:ln w="25400">
            <a:solidFill>
              <a:srgbClr val="E60012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8128000" y="6286500"/>
            <a:ext cx="0" cy="127000"/>
          </a:xfrm>
          <a:prstGeom prst="straightConnector1">
            <a:avLst/>
          </a:prstGeom>
          <a:noFill/>
          <a:ln w="25400">
            <a:solidFill>
              <a:srgbClr val="E60012"/>
            </a:solidFill>
            <a:prstDash val="solid"/>
            <a:headEnd type="none"/>
            <a:tailEnd type="arrow"/>
          </a:ln>
        </p:spPr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165100"/>
            <a:ext cx="11194627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2.4 </a:t>
            </a:r>
            <a:r>
              <a:rPr lang="en-US" sz="3200" b="1" kern="0" spc="1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"源-网-荷-储-算"一体化全景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223000" y="3556000"/>
            <a:ext cx="3810000" cy="12700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5" name="Text 3"/>
          <p:cNvSpPr/>
          <p:nvPr/>
        </p:nvSpPr>
        <p:spPr>
          <a:xfrm>
            <a:off x="6223000" y="3556000"/>
            <a:ext cx="3810000" cy="127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灵梭</a:t>
            </a:r>
            <a:endParaRPr lang="en-US" sz="1600" dirty="0">
              <a:latin typeface="微软雅黑" pitchFamily="34" charset="0"/>
              <a:ea typeface="微软雅黑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算电协同大脑</a:t>
            </a:r>
            <a:endParaRPr lang="en-US" sz="1600" dirty="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89000" y="1778000"/>
            <a:ext cx="444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879600"/>
            <a:ext cx="3937000" cy="1079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源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分布式光伏 + 风电 + 长约绿电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842000" y="1778000"/>
            <a:ext cx="4572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0" y="1879600"/>
            <a:ext cx="4064000" cy="1079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网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电网接入 + 虚拟电厂 + 电力交易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95000" y="1778000"/>
            <a:ext cx="4572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49000" y="1879600"/>
            <a:ext cx="4064000" cy="1079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荷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数据中心 IT 负荷 + 冷源 + 辅助设施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89000" y="5334000"/>
            <a:ext cx="4445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5435600"/>
            <a:ext cx="3937000" cy="1079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储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锂电储能 + 蓄冷 + 压缩空气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795000" y="5334000"/>
            <a:ext cx="4572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49000" y="5435600"/>
            <a:ext cx="4064000" cy="1079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算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BitaHub 异构算力 + 四算合一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111500" y="3048000"/>
            <a:ext cx="3746500" cy="508000"/>
          </a:xfrm>
          <a:prstGeom prst="straightConnector1">
            <a:avLst/>
          </a:prstGeom>
          <a:noFill/>
          <a:ln w="25400">
            <a:solidFill>
              <a:srgbClr val="E5E5EA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8128000" y="3048000"/>
            <a:ext cx="0" cy="508000"/>
          </a:xfrm>
          <a:prstGeom prst="straightConnector1">
            <a:avLst/>
          </a:prstGeom>
          <a:noFill/>
          <a:ln w="25400">
            <a:solidFill>
              <a:srgbClr val="E5E5EA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9398000" y="3048000"/>
            <a:ext cx="3746500" cy="508000"/>
          </a:xfrm>
          <a:prstGeom prst="straightConnector1">
            <a:avLst/>
          </a:prstGeom>
          <a:noFill/>
          <a:ln w="25400">
            <a:solidFill>
              <a:srgbClr val="E5E5EA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3111500" y="4826000"/>
            <a:ext cx="3746500" cy="508000"/>
          </a:xfrm>
          <a:prstGeom prst="straightConnector1">
            <a:avLst/>
          </a:prstGeom>
          <a:noFill/>
          <a:ln w="25400">
            <a:solidFill>
              <a:srgbClr val="E5E5EA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9398000" y="4826000"/>
            <a:ext cx="3746500" cy="508000"/>
          </a:xfrm>
          <a:prstGeom prst="straightConnector1">
            <a:avLst/>
          </a:prstGeom>
          <a:noFill/>
          <a:ln w="25400">
            <a:solidFill>
              <a:srgbClr val="E5E5EA"/>
            </a:solidFill>
            <a:prstDash val="solid"/>
            <a:headEnd type="none"/>
            <a:tailEnd type="arrow"/>
          </a:ln>
        </p:spPr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181610"/>
            <a:ext cx="11194627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2.5 </a:t>
            </a:r>
            <a:r>
              <a:rPr lang="en-US" sz="3200" b="1" kern="0" spc="1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产品矩阵 · 一脑两翼 + 模块化应用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524000"/>
            <a:ext cx="14478000" cy="8890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5" name="Text 3"/>
          <p:cNvSpPr/>
          <p:nvPr/>
        </p:nvSpPr>
        <p:spPr>
          <a:xfrm>
            <a:off x="1143000" y="1524000"/>
            <a:ext cx="13970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算电协同大脑</a:t>
            </a: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：灵梭算电协同一体化平台（感知 / 预测 / 决策 / 执行 / 交易 五层）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89000" y="2603500"/>
            <a:ext cx="70485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692400"/>
            <a:ext cx="6540500" cy="1079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BitaHub 异构算力运营平台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1+4+2 架构 / 1021P 实盘 / 四算合一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318500" y="2603500"/>
            <a:ext cx="70485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72500" y="2692400"/>
            <a:ext cx="6540500" cy="1079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玄视 电力视觉大模型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L0/L1/L2 三级 / 六域 330+ 场景 / 精度 93%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89000" y="4064000"/>
            <a:ext cx="254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模块化应用</a:t>
            </a:r>
            <a:endParaRPr lang="en-US" sz="16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89000" y="4508500"/>
            <a:ext cx="27432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1400" y="4597400"/>
            <a:ext cx="2438400" cy="1206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AI 电力交易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决策平台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中长期+现货+辅助服务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822700" y="4508500"/>
            <a:ext cx="27432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5100" y="4597400"/>
            <a:ext cx="2438400" cy="1206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虚拟电厂</a:t>
            </a:r>
            <a:endParaRPr lang="en-US" sz="1600" dirty="0">
              <a:latin typeface="微软雅黑" pitchFamily="34" charset="0"/>
              <a:ea typeface="微软雅黑" pitchFamily="34" charset="0"/>
            </a:endParaRPr>
          </a:p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运营平台</a:t>
            </a:r>
            <a:endParaRPr lang="en-US" sz="1600" dirty="0">
              <a:latin typeface="微软雅黑" pitchFamily="34" charset="0"/>
              <a:ea typeface="微软雅黑" pitchFamily="34" charset="0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聚合分布式电源、储能、可控负荷</a:t>
            </a:r>
            <a:endParaRPr lang="en-US" sz="1600" dirty="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756400" y="4508500"/>
            <a:ext cx="27432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8800" y="4597400"/>
            <a:ext cx="2438400" cy="1206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智慧综合能源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SmartPue@AI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PUE 刚性优化 + 冷热电联供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690100" y="4508500"/>
            <a:ext cx="27432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42500" y="4597400"/>
            <a:ext cx="2438400" cy="1206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能碳管理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系统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碳盘查→报告→绿证/CCER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2623800" y="4508500"/>
            <a:ext cx="27432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776200" y="4597400"/>
            <a:ext cx="2438400" cy="1206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能源多模态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大模型 V2.0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新能源运维/健康管理/故障诊断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89000" y="6159500"/>
            <a:ext cx="14478000" cy="508000"/>
          </a:xfrm>
          <a:prstGeom prst="rect">
            <a:avLst/>
          </a:prstGeom>
          <a:solidFill>
            <a:srgbClr val="F0F0F2"/>
          </a:solidFill>
        </p:spPr>
      </p:sp>
      <p:sp>
        <p:nvSpPr>
          <p:cNvPr id="22" name="Text 20"/>
          <p:cNvSpPr/>
          <p:nvPr/>
        </p:nvSpPr>
        <p:spPr>
          <a:xfrm>
            <a:off x="1143000" y="6159500"/>
            <a:ext cx="13970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底座共享</a:t>
            </a:r>
            <a:r>
              <a:rPr lang="en-US" sz="1500" dirty="0">
                <a:solidFill>
                  <a:srgbClr val="2D2D2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：数据中台 + 模型中台 + AIoT 接入 + 信创合规栈　|　</a:t>
            </a: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四档商业模式</a:t>
            </a:r>
            <a:r>
              <a:rPr lang="en-US" sz="1500" dirty="0">
                <a:solidFill>
                  <a:srgbClr val="2D2D2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：平台订阅 / 项目制集成 / 托管运营 / 联合 BOO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89000" y="7112000"/>
            <a:ext cx="14478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底座统一、应用模块化、价值可组合——单点到全栈无缝升级，不重投、不锁定</a:t>
            </a:r>
            <a:endParaRPr lang="en-US" sz="1800" b="1" dirty="0">
              <a:solidFill>
                <a:srgbClr val="1A1A1A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165100"/>
            <a:ext cx="11194627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2.6 </a:t>
            </a:r>
            <a:r>
              <a:rPr lang="en-US" sz="3200" b="1" kern="0" spc="1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痛点一 · 破解算力孤岛与绿电消纳错配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587500"/>
            <a:ext cx="4572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000" y="1587500"/>
            <a:ext cx="4572000" cy="5715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sp>
      <p:sp>
        <p:nvSpPr>
          <p:cNvPr id="6" name="Text 4"/>
          <p:cNvSpPr/>
          <p:nvPr/>
        </p:nvSpPr>
        <p:spPr>
          <a:xfrm>
            <a:off x="1143000" y="1587500"/>
            <a:ext cx="4064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客户痛点</a:t>
            </a:r>
            <a:endParaRPr lang="en-US" sz="18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2349500"/>
            <a:ext cx="4064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AI 训练负荷 </a:t>
            </a: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100% ↔ 10%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秒级摆幅，与绿电供给曲线严重错配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5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跨节点算力资源分散，缺统一调度大脑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5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算力任务无时间弹性画像，无法做潮汐调度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842000" y="1587500"/>
            <a:ext cx="4572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42000" y="1587500"/>
            <a:ext cx="4572000" cy="5715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10" name="Text 8"/>
          <p:cNvSpPr/>
          <p:nvPr/>
        </p:nvSpPr>
        <p:spPr>
          <a:xfrm>
            <a:off x="6096000" y="1587500"/>
            <a:ext cx="4064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解决方案</a:t>
            </a:r>
            <a:endParaRPr lang="en-US" sz="18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0" y="2349500"/>
            <a:ext cx="4064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算力任务画像 → 算力负荷预测 → 跨节点潮汐调度 → 与绿电供给曲线耦合 → 绿电消纳提升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3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核心工具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BitaHub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+ </a:t>
            </a: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灵梭调度引擎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95000" y="1587500"/>
            <a:ext cx="4572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95000" y="1587500"/>
            <a:ext cx="4572000" cy="5715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sp>
      <p:sp>
        <p:nvSpPr>
          <p:cNvPr id="14" name="Text 12"/>
          <p:cNvSpPr/>
          <p:nvPr/>
        </p:nvSpPr>
        <p:spPr>
          <a:xfrm>
            <a:off x="11049000" y="1587500"/>
            <a:ext cx="4064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客户收益</a:t>
            </a:r>
            <a:endParaRPr lang="en-US" sz="18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049000" y="2349500"/>
            <a:ext cx="4064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算力负荷预测准确率 </a:t>
            </a:r>
            <a:r>
              <a:rPr lang="en-US" sz="2400" b="1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86%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秒级响应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，与绿电曲线动态耦合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2400" b="1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1021P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实盘已投运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芜湖合建 </a:t>
            </a: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8000P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——四算合一先行样板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89000" y="5461000"/>
            <a:ext cx="1447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标杆：皖疆跨节点算力网络 / 芜湖四算合一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181610"/>
            <a:ext cx="11194627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2.7 </a:t>
            </a:r>
            <a:r>
              <a:rPr lang="en-US" sz="3200" b="1" kern="0" spc="1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痛点二 · 破解站内能耗居高与 PUE 优化见顶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587500"/>
            <a:ext cx="4572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000" y="1587500"/>
            <a:ext cx="4572000" cy="5715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sp>
      <p:sp>
        <p:nvSpPr>
          <p:cNvPr id="6" name="Text 4"/>
          <p:cNvSpPr/>
          <p:nvPr/>
        </p:nvSpPr>
        <p:spPr>
          <a:xfrm>
            <a:off x="1143000" y="1587500"/>
            <a:ext cx="4064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客户痛点</a:t>
            </a:r>
            <a:endParaRPr lang="en-US" sz="18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2349500"/>
            <a:ext cx="4064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PUE 刚性压力（国家标准+客户考核），优化空间有限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5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 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冷源与 IT 负荷无协同优化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5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 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蓄冷/余热回收/光储一体化等手段未被智能调度激活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842000" y="1587500"/>
            <a:ext cx="4572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42000" y="1587500"/>
            <a:ext cx="4572000" cy="5715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10" name="Text 8"/>
          <p:cNvSpPr/>
          <p:nvPr/>
        </p:nvSpPr>
        <p:spPr>
          <a:xfrm>
            <a:off x="6096000" y="1587500"/>
            <a:ext cx="4064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解决方案</a:t>
            </a:r>
            <a:endParaRPr lang="en-US" sz="18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0" y="2349500"/>
            <a:ext cx="4064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IT 设备负荷建模 → 电气侧耗能评估 → 通风/冷源协同优化 → 蓄冷/余热回收/光储一体化调度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核心工具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SmartPue@AI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+ </a:t>
            </a: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灵梭执行层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95000" y="1587500"/>
            <a:ext cx="4572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95000" y="1587500"/>
            <a:ext cx="4572000" cy="5715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sp>
      <p:sp>
        <p:nvSpPr>
          <p:cNvPr id="14" name="Text 12"/>
          <p:cNvSpPr/>
          <p:nvPr/>
        </p:nvSpPr>
        <p:spPr>
          <a:xfrm>
            <a:off x="11049000" y="1587500"/>
            <a:ext cx="4064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客户收益</a:t>
            </a:r>
            <a:endParaRPr lang="en-US" sz="18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049000" y="2349500"/>
            <a:ext cx="4064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综合能耗降低约 </a:t>
            </a:r>
            <a:r>
              <a:rPr lang="en-US" sz="2400" b="1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10%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皖疆 PUE </a:t>
            </a: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1.18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/ 能费降 </a:t>
            </a: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22%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芜湖 PUE </a:t>
            </a: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1.20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/ 能费降 </a:t>
            </a: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20%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皖疆 </a:t>
            </a:r>
            <a:r>
              <a:rPr lang="en-US" sz="1500" b="1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100% 绿电消纳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用电成本降低约 </a:t>
            </a: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15%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89000" y="5461000"/>
            <a:ext cx="1447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标杆：皖疆园区光储一体化全场绿电方案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198120"/>
            <a:ext cx="11194627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2.8 </a:t>
            </a:r>
            <a:r>
              <a:rPr lang="en-US" sz="3200" b="1" kern="0" spc="1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痛点三 · 破解电费高企与可调能力未变现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587500"/>
            <a:ext cx="4572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000" y="1587500"/>
            <a:ext cx="4572000" cy="5715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sp>
      <p:sp>
        <p:nvSpPr>
          <p:cNvPr id="6" name="Text 4"/>
          <p:cNvSpPr/>
          <p:nvPr/>
        </p:nvSpPr>
        <p:spPr>
          <a:xfrm>
            <a:off x="1143000" y="1587500"/>
            <a:ext cx="4064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客户痛点</a:t>
            </a:r>
            <a:endParaRPr lang="en-US" sz="18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2349500"/>
            <a:ext cx="4064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电价日间波动大，中长期/现货缺 AI 决策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5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绿电交易机制复杂，IDC 缺采购策略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5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 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IDC 是巨大可调负荷，但未接入虚拟电厂/辅助服务市场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842000" y="1587500"/>
            <a:ext cx="4572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42000" y="1587500"/>
            <a:ext cx="4572000" cy="5715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10" name="Text 8"/>
          <p:cNvSpPr/>
          <p:nvPr/>
        </p:nvSpPr>
        <p:spPr>
          <a:xfrm>
            <a:off x="6096000" y="1587500"/>
            <a:ext cx="4064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解决方案</a:t>
            </a:r>
            <a:endParaRPr lang="en-US" sz="18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0" y="2349500"/>
            <a:ext cx="4064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买电省钱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四大预测叠加→中长期锁底价+现货追低价+绿电交易策略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市场赚钱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算力弹性负荷+储能+分布式电源→虚拟电厂聚合→需求响应+辅助服务+峰谷套利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95000" y="1587500"/>
            <a:ext cx="4572000" cy="35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95000" y="1587500"/>
            <a:ext cx="4572000" cy="5715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sp>
      <p:sp>
        <p:nvSpPr>
          <p:cNvPr id="14" name="Text 12"/>
          <p:cNvSpPr/>
          <p:nvPr/>
        </p:nvSpPr>
        <p:spPr>
          <a:xfrm>
            <a:off x="11049000" y="1587500"/>
            <a:ext cx="4064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客户收益</a:t>
            </a:r>
            <a:endParaRPr lang="en-US" sz="18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049000" y="2349500"/>
            <a:ext cx="4064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功率预测 </a:t>
            </a:r>
            <a:r>
              <a:rPr lang="en-US" sz="22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90%</a:t>
            </a: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/ 负荷预测 </a:t>
            </a: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97%</a:t>
            </a: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/ 电价预测 </a:t>
            </a: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92%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电力交易收益增加 </a:t>
            </a:r>
            <a:r>
              <a:rPr lang="en-US" sz="22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5–20%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虚拟电厂秒级响应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三模式可选（全托管/半托管/平台服务）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89000" y="5461000"/>
            <a:ext cx="1447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标杆：芜湖 AI 电力交易已托管 / 腾格里虚拟电厂方案设计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214630"/>
            <a:ext cx="11194627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2.9 </a:t>
            </a:r>
            <a:r>
              <a:rPr lang="en-US" sz="3200" b="1" kern="0" spc="1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痛点四 · 破解碳合规多口径与碳资产难变现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587500"/>
            <a:ext cx="4572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000" y="1587500"/>
            <a:ext cx="4572000" cy="5715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sp>
      <p:sp>
        <p:nvSpPr>
          <p:cNvPr id="6" name="Text 4"/>
          <p:cNvSpPr/>
          <p:nvPr/>
        </p:nvSpPr>
        <p:spPr>
          <a:xfrm>
            <a:off x="1143000" y="1587500"/>
            <a:ext cx="4064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客户痛点</a:t>
            </a:r>
            <a:endParaRPr lang="en-US" sz="18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2349500"/>
            <a:ext cx="4064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碳盘查手工操作，多口径不一致（ISO/国标/CDP）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5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绿电消纳→绿证→CCER 变现路径无人串起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5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● 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碳负债转碳资产缺端到端管理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842000" y="1587500"/>
            <a:ext cx="4572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42000" y="1587500"/>
            <a:ext cx="4572000" cy="5715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10" name="Text 8"/>
          <p:cNvSpPr/>
          <p:nvPr/>
        </p:nvSpPr>
        <p:spPr>
          <a:xfrm>
            <a:off x="6096000" y="1587500"/>
            <a:ext cx="4064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解决方案</a:t>
            </a:r>
            <a:endParaRPr lang="en-US" sz="18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0" y="2349500"/>
            <a:ext cx="4064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碳家底盘查 → 碳核算建模 → 减排过程跟踪 → 碳报告自动生成 → 绿证/CCER 抵消 → 碳资产变现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核心工具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能碳管理系统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+ 碳排因子库 + AI 碳排模型 + 灵梭串联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95000" y="1587500"/>
            <a:ext cx="4572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95000" y="1587500"/>
            <a:ext cx="4572000" cy="5715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sp>
      <p:sp>
        <p:nvSpPr>
          <p:cNvPr id="14" name="Text 12"/>
          <p:cNvSpPr/>
          <p:nvPr/>
        </p:nvSpPr>
        <p:spPr>
          <a:xfrm>
            <a:off x="11049000" y="1587500"/>
            <a:ext cx="4064000" cy="571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客户收益</a:t>
            </a:r>
            <a:endParaRPr lang="en-US" sz="18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049000" y="2349500"/>
            <a:ext cx="4064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ISO 合规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/ 国标报告自动生成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满足全球碳披露要求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绿证 + CCER </a:t>
            </a:r>
            <a:r>
              <a:rPr lang="en-US" sz="15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全链可变现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碳强度持续下降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89000" y="5270500"/>
            <a:ext cx="1447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标杆：皖疆方案已纳入"碳资产开发与交易 / 绿证交易 / 碳中和服务"设计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214630"/>
            <a:ext cx="11194627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2.10 </a:t>
            </a:r>
            <a:r>
              <a:rPr lang="en-US" sz="3200" b="1" kern="0" spc="1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分客户总览 · 一套方案 · 三类客户主线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889000" y="1778000"/>
          <a:ext cx="14478000" cy="4826000"/>
        </p:xfrm>
        <a:graphic>
          <a:graphicData uri="http://schemas.openxmlformats.org/drawingml/2006/table">
            <a:tbl>
              <a:tblPr/>
              <a:tblGrid>
                <a:gridCol w="3185160"/>
                <a:gridCol w="5501640"/>
                <a:gridCol w="5791200"/>
              </a:tblGrid>
              <a:tr h="8636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客户类型</a:t>
                      </a:r>
                      <a:endParaRPr lang="en-US" sz="1500" b="1" u="none" dirty="0">
                        <a:solidFill>
                          <a:srgbClr val="FFFFFF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主线价值</a:t>
                      </a:r>
                      <a:endParaRPr lang="en-US" sz="1500" b="1" u="none" dirty="0">
                        <a:solidFill>
                          <a:srgbClr val="FFFFFF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切入产品组合</a:t>
                      </a:r>
                      <a:endParaRPr lang="en-US" sz="1500" b="1" u="none" dirty="0">
                        <a:solidFill>
                          <a:srgbClr val="FFFFFF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3081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IDC 运营方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PUE 与能耗双降 + 电费下降 + 碳资产变现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智慧综合能源 + AI 电力交易 + 能碳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81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发电/能源集团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新能源消纳 + 交易增收 + 场站无人化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玄视 + 虚拟电厂 + AI 交易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</a:tr>
              <a:tr h="13462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政府/园区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算力招商 + 能耗指标 + 低碳示范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四算合一 + 灵梭 + 能碳 + 样板复制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181610"/>
            <a:ext cx="11194627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2.10 </a:t>
            </a:r>
            <a:r>
              <a:rPr lang="en-US" sz="3200" b="1" kern="0" spc="1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IDC 运营方 · 痛点 · 主线价值 · 成效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524000"/>
            <a:ext cx="14478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587500"/>
            <a:ext cx="13970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客户痛点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：电力成本占算力 </a:t>
            </a: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40%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/ PUE 刚性考核 / 国家枢纽节点绿电占比 ≥ </a:t>
            </a: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80%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硬指标 / 碳盘查多口径难合规 / AI 负荷 100%↔10% 摆幅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89000" y="2794000"/>
            <a:ext cx="4572000" cy="24130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7" name="Text 5"/>
          <p:cNvSpPr/>
          <p:nvPr/>
        </p:nvSpPr>
        <p:spPr>
          <a:xfrm>
            <a:off x="1143000" y="2921000"/>
            <a:ext cx="4064000" cy="215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能效降耗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智慧综合能源 → PUE 优化 → 综合能耗降约 </a:t>
            </a: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10%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842000" y="2794000"/>
            <a:ext cx="4572000" cy="2413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sp>
      <p:sp>
        <p:nvSpPr>
          <p:cNvPr id="9" name="Text 7"/>
          <p:cNvSpPr/>
          <p:nvPr/>
        </p:nvSpPr>
        <p:spPr>
          <a:xfrm>
            <a:off x="6096000" y="2921000"/>
            <a:ext cx="4064000" cy="215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电费下降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AI 电力交易全托管 → 中长期锁底+现货追低 → 交易收益增约 </a:t>
            </a: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5–20%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95000" y="2794000"/>
            <a:ext cx="4572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49000" y="2921000"/>
            <a:ext cx="4064000" cy="215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碳资产变现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能碳管理 → 绿证/CCER → 碳资产增值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灵梭串联三大价值，算力弹性同步接入虚拟电厂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89000" y="54610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运营商专属 KPI 看板</a:t>
            </a:r>
            <a:endParaRPr lang="en-US" sz="16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889000" y="5905500"/>
          <a:ext cx="14478000" cy="2032000"/>
        </p:xfrm>
        <a:graphic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  <a:gridCol w="361950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供给与利用</a:t>
                      </a:r>
                      <a:endParaRPr lang="en-US" sz="1500" b="1" u="none" dirty="0">
                        <a:solidFill>
                          <a:srgbClr val="FFFFFF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服务与稳定</a:t>
                      </a:r>
                      <a:endParaRPr lang="en-US" sz="1500" b="1" u="none" dirty="0">
                        <a:solidFill>
                          <a:srgbClr val="FFFFFF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成本与收益</a:t>
                      </a:r>
                      <a:endParaRPr lang="en-US" sz="1500" b="1" u="none" dirty="0">
                        <a:solidFill>
                          <a:srgbClr val="FFFFFF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经营与增长</a:t>
                      </a:r>
                      <a:endParaRPr lang="en-US" sz="1500" b="1" u="none" dirty="0">
                        <a:solidFill>
                          <a:srgbClr val="FFFFFF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机柜上架率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Liter" panose="02000503030000020004" pitchFamily="34" charset="0"/>
                      </a:endParaRPr>
                    </a:p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算力资源利用率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租户 SLA 达成率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关键业务连续性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单位机柜电费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Liter" panose="02000503030000020004" pitchFamily="34" charset="0"/>
                      </a:endParaRPr>
                    </a:p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单位算力能耗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重点客户续约率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Liter" panose="02000503030000020004" pitchFamily="34" charset="0"/>
                      </a:endParaRPr>
                    </a:p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新签订单转化率</a:t>
                      </a:r>
                      <a:endParaRPr lang="en-US" sz="1500" dirty="0">
                        <a:latin typeface="微软雅黑" pitchFamily="34" charset="0"/>
                        <a:ea typeface="微软雅黑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跨节点调度命中率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峰时限电规避率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电力交易净收益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绿电标签招商转化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198120"/>
            <a:ext cx="11194627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2.11 </a:t>
            </a:r>
            <a:r>
              <a:rPr lang="en-US" sz="3200" b="1" kern="0" spc="1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发电与能源集团 · 痛点 · 主线价值 · 成效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524000"/>
            <a:ext cx="14478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587500"/>
            <a:ext cx="13970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客户痛点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：新能源消纳难，弃风弃光损失大 / 中长期+现货交易策略不稳 / 虚拟电厂聚合不足 / 场站点多面广+极端环境，无人化刚需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89000" y="2794000"/>
            <a:ext cx="4572000" cy="25400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7" name="Text 5"/>
          <p:cNvSpPr/>
          <p:nvPr/>
        </p:nvSpPr>
        <p:spPr>
          <a:xfrm>
            <a:off x="1143000" y="2921000"/>
            <a:ext cx="4064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消纳增收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功率预测 </a:t>
            </a: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90%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→ 绿电直供 + 电力交易 → 消纳提升 + 收益增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842000" y="2794000"/>
            <a:ext cx="4572000" cy="2540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sp>
      <p:sp>
        <p:nvSpPr>
          <p:cNvPr id="9" name="Text 7"/>
          <p:cNvSpPr/>
          <p:nvPr/>
        </p:nvSpPr>
        <p:spPr>
          <a:xfrm>
            <a:off x="6096000" y="2921000"/>
            <a:ext cx="4064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交易增益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AI 电力交易 → 中长期+现货+辅助服务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→ 收益增 </a:t>
            </a: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5–20%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95000" y="2794000"/>
            <a:ext cx="4572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49000" y="2921000"/>
            <a:ext cx="4064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运维降本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玄视 + 无人机/机器人 → 无人值守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宾阳 </a:t>
            </a:r>
            <a:r>
              <a:rPr lang="en-US" sz="24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8人→0人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年省 </a:t>
            </a:r>
            <a:r>
              <a:rPr lang="en-US" sz="24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155万</a:t>
            </a:r>
            <a:endParaRPr lang="en-US" sz="24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89000" y="5651500"/>
            <a:ext cx="14478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"沙戈荒模式"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：星级智慧电站建设标准 + 无人值守评价体系 + 云边协同　|　已在全国 </a:t>
            </a: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20+ 场站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标准化复制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龙源四星级电站 </a:t>
            </a: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12人→4人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，年省 </a:t>
            </a: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200万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，投资回收 </a:t>
            </a: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&lt; 4年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适配客户：五大发电集团 / 国家电网省公司 / 新能源大基地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198120"/>
            <a:ext cx="11194627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2.12 </a:t>
            </a:r>
            <a:r>
              <a:rPr lang="en-US" sz="3200" b="1" kern="0" spc="1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政府与园区 · 痛点 · 主线价值 · 成效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524000"/>
            <a:ext cx="14478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587500"/>
            <a:ext cx="13970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客户痛点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：算力招商缺"算力+绿电+低碳"一体化吸引力 / 能耗双控刚性约束 / 绿色低碳目标缺可量化路径 / 产业引领责任重，需国家级示范认证背书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89000" y="2794000"/>
            <a:ext cx="4572000" cy="25400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7" name="Text 5"/>
          <p:cNvSpPr/>
          <p:nvPr/>
        </p:nvSpPr>
        <p:spPr>
          <a:xfrm>
            <a:off x="1143000" y="2921000"/>
            <a:ext cx="4064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算力招商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四算合一（样板先行）+ 1021P 自营示范 → 算力即服务 → 招商吸引力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842000" y="2794000"/>
            <a:ext cx="4572000" cy="2540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sp>
      <p:sp>
        <p:nvSpPr>
          <p:cNvPr id="9" name="Text 7"/>
          <p:cNvSpPr/>
          <p:nvPr/>
        </p:nvSpPr>
        <p:spPr>
          <a:xfrm>
            <a:off x="6096000" y="2921000"/>
            <a:ext cx="4064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双控达标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智慧综合能源 + 绿电协同消纳 → PUE 优化 + 能耗下降 → 能耗指标合规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样板可达 </a:t>
            </a: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100%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95000" y="2794000"/>
            <a:ext cx="45720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49000" y="2921000"/>
            <a:ext cx="4064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低碳示范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能碳管理 + 碳资产变现 + 国家级试点认证 → 可量化低碳路径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89000" y="5651500"/>
            <a:ext cx="14478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5715000"/>
            <a:ext cx="13970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"皖疆模式"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：产业园级综合性 AI 产业平台 + 国家级认证复制 + 绿电直供合规方案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皖疆产业园三中心一平台：</a:t>
            </a:r>
            <a:r>
              <a:rPr lang="en-US" sz="22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10000P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规划 / 自投 </a:t>
            </a: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2000P</a:t>
            </a: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/ 中移合建 </a:t>
            </a: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8000P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国家数据局算电协同试点（公开口径全国 5 省份之一）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77927" y="2225887"/>
            <a:ext cx="143087" cy="59258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218" tIns="60613" rIns="121218" bIns="60613" rtlCol="0" anchor="ctr"/>
          <a:lstStyle>
            <a:lvl1pPr marL="0" marR="0" indent="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1pPr>
            <a:lvl2pPr marL="0" marR="0" indent="4572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2pPr>
            <a:lvl3pPr marL="0" marR="0" indent="9144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3pPr>
            <a:lvl4pPr marL="0" marR="0" indent="13716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4pPr>
            <a:lvl5pPr marL="0" marR="0" indent="18288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5pPr>
            <a:lvl6pPr marL="0" marR="0" indent="22860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6pPr>
            <a:lvl7pPr marL="0" marR="0" indent="27432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7pPr>
            <a:lvl8pPr marL="0" marR="0" indent="32004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8pPr>
            <a:lvl9pPr marL="0" marR="0" indent="36576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9pPr>
          </a:lstStyle>
          <a:p>
            <a:pPr algn="ctr" defTabSz="908685" eaLnBrk="1" fontAlgn="auto" hangingPunct="1">
              <a:lnSpc>
                <a:spcPct val="150000"/>
              </a:lnSpc>
              <a:defRPr/>
            </a:pPr>
            <a:endParaRPr lang="en-US" sz="3200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sym typeface="宋体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61233" y="1509689"/>
            <a:ext cx="4303624" cy="2553969"/>
            <a:chOff x="2711530" y="2724426"/>
            <a:chExt cx="3227716" cy="1915478"/>
          </a:xfrm>
        </p:grpSpPr>
        <p:sp>
          <p:nvSpPr>
            <p:cNvPr id="12" name="矩形 11"/>
            <p:cNvSpPr/>
            <p:nvPr/>
          </p:nvSpPr>
          <p:spPr>
            <a:xfrm>
              <a:off x="2711530" y="2724426"/>
              <a:ext cx="2908142" cy="191547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0" marR="0" indent="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1pPr>
              <a:lvl2pPr marL="0" marR="0" indent="457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2pPr>
              <a:lvl3pPr marL="0" marR="0" indent="914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3pPr>
              <a:lvl4pPr marL="0" marR="0" indent="1371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4pPr>
              <a:lvl5pPr marL="0" marR="0" indent="18288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5pPr>
              <a:lvl6pPr marL="0" marR="0" indent="22860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6pPr>
              <a:lvl7pPr marL="0" marR="0" indent="2743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7pPr>
              <a:lvl8pPr marL="0" marR="0" indent="3200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8pPr>
              <a:lvl9pPr marL="0" marR="0" indent="3657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9pPr>
            </a:lstStyle>
            <a:p>
              <a:pPr algn="ctr" defTabSz="908685" eaLnBrk="1" fontAlgn="auto" hangingPunct="1">
                <a:lnSpc>
                  <a:spcPct val="150000"/>
                </a:lnSpc>
                <a:defRPr/>
              </a:pPr>
              <a:r>
                <a:rPr lang="zh-CN" altLang="en-US" sz="10665" b="1" dirty="0">
                  <a:solidFill>
                    <a:srgbClr val="303030"/>
                  </a:solidFill>
                  <a:latin typeface="微软雅黑" pitchFamily="34" charset="0"/>
                  <a:ea typeface="微软雅黑" pitchFamily="34" charset="0"/>
                  <a:sym typeface="宋体" pitchFamily="2" charset="-122"/>
                </a:rPr>
                <a:t>目</a:t>
              </a:r>
              <a:r>
                <a:rPr lang="zh-CN" altLang="en-US" sz="4800" b="1" dirty="0">
                  <a:solidFill>
                    <a:srgbClr val="303030"/>
                  </a:solidFill>
                  <a:latin typeface="微软雅黑" pitchFamily="34" charset="0"/>
                  <a:ea typeface="微软雅黑" pitchFamily="34" charset="0"/>
                  <a:sym typeface="宋体" pitchFamily="2" charset="-122"/>
                </a:rPr>
                <a:t>录</a:t>
              </a:r>
              <a:endParaRPr lang="en-US" sz="4800" b="1" dirty="0">
                <a:solidFill>
                  <a:srgbClr val="303030"/>
                </a:solidFill>
                <a:latin typeface="微软雅黑" pitchFamily="34" charset="0"/>
                <a:ea typeface="微软雅黑" pitchFamily="34" charset="0"/>
                <a:sym typeface="宋体" pitchFamily="2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4403341" y="3317059"/>
              <a:ext cx="1535905" cy="376238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 marL="0" marR="0" indent="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1pPr>
              <a:lvl2pPr marL="0" marR="0" indent="457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2pPr>
              <a:lvl3pPr marL="0" marR="0" indent="914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3pPr>
              <a:lvl4pPr marL="0" marR="0" indent="1371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4pPr>
              <a:lvl5pPr marL="0" marR="0" indent="18288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5pPr>
              <a:lvl6pPr marL="0" marR="0" indent="22860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6pPr>
              <a:lvl7pPr marL="0" marR="0" indent="2743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7pPr>
              <a:lvl8pPr marL="0" marR="0" indent="3200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8pPr>
              <a:lvl9pPr marL="0" marR="0" indent="3657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9pPr>
            </a:lstStyle>
            <a:p>
              <a:pPr algn="ctr" defTabSz="908685" eaLnBrk="1" fontAlgn="auto" hangingPunct="1">
                <a:defRPr/>
              </a:pPr>
              <a:r>
                <a:rPr lang="en-US" sz="2665" dirty="0">
                  <a:solidFill>
                    <a:srgbClr val="303030"/>
                  </a:solidFill>
                  <a:latin typeface="微软雅黑" pitchFamily="34" charset="0"/>
                  <a:ea typeface="微软雅黑" pitchFamily="34" charset="0"/>
                  <a:sym typeface="宋体" pitchFamily="2" charset="-122"/>
                </a:rPr>
                <a:t>CONTENTS</a:t>
              </a:r>
              <a:endParaRPr lang="en-US" sz="2665" dirty="0">
                <a:solidFill>
                  <a:srgbClr val="303030"/>
                </a:solidFill>
                <a:latin typeface="微软雅黑" pitchFamily="34" charset="0"/>
                <a:ea typeface="微软雅黑" pitchFamily="34" charset="0"/>
                <a:sym typeface="宋体" pitchFamily="2" charset="-122"/>
              </a:endParaRPr>
            </a:p>
          </p:txBody>
        </p:sp>
      </p:grpSp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5489787" y="2219113"/>
            <a:ext cx="7964593" cy="774700"/>
            <a:chOff x="6495" y="3154"/>
            <a:chExt cx="9407" cy="1134"/>
          </a:xfrm>
          <a:solidFill>
            <a:schemeClr val="bg1">
              <a:lumMod val="50000"/>
            </a:schemeClr>
          </a:solidFill>
        </p:grpSpPr>
        <p:sp>
          <p:nvSpPr>
            <p:cNvPr id="17" name="Freeform 57"/>
            <p:cNvSpPr/>
            <p:nvPr>
              <p:custDataLst>
                <p:tags r:id="rId2"/>
              </p:custDataLst>
            </p:nvPr>
          </p:nvSpPr>
          <p:spPr bwMode="auto">
            <a:xfrm>
              <a:off x="6495" y="3154"/>
              <a:ext cx="1417" cy="1134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eaLnBrk="0" fontAlgn="base" hangingPunc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+mj-ea"/>
                <a:defRPr/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itchFamily="34" charset="0"/>
                  <a:ea typeface="微软雅黑" pitchFamily="34" charset="0"/>
                  <a:sym typeface="+mn-ea"/>
                </a:rPr>
                <a:t>一</a:t>
              </a:r>
              <a:endParaRPr lang="zh-CN" altLang="en-US" sz="2665" b="1" dirty="0">
                <a:solidFill>
                  <a:schemeClr val="bg1"/>
                </a:solidFill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18" name="Freeform 56"/>
            <p:cNvSpPr/>
            <p:nvPr>
              <p:custDataLst>
                <p:tags r:id="rId3"/>
              </p:custDataLst>
            </p:nvPr>
          </p:nvSpPr>
          <p:spPr bwMode="auto">
            <a:xfrm>
              <a:off x="8820" y="3154"/>
              <a:ext cx="7082" cy="1134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eaLnBrk="0" fontAlgn="base" hangingPunc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+mj-ea"/>
                <a:defRPr/>
              </a:pP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行业洞察与战略</a:t>
              </a: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机遇</a:t>
              </a:r>
              <a:endParaRPr lang="zh-CN" altLang="en-US" sz="2665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</p:grpSp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5489787" y="3513667"/>
            <a:ext cx="7964593" cy="774700"/>
            <a:chOff x="6495" y="5160"/>
            <a:chExt cx="9407" cy="1133"/>
          </a:xfrm>
          <a:solidFill>
            <a:schemeClr val="bg1">
              <a:lumMod val="50000"/>
            </a:schemeClr>
          </a:solidFill>
        </p:grpSpPr>
        <p:sp>
          <p:nvSpPr>
            <p:cNvPr id="4" name="Freeform 57"/>
            <p:cNvSpPr/>
            <p:nvPr>
              <p:custDataLst>
                <p:tags r:id="rId5"/>
              </p:custDataLst>
            </p:nvPr>
          </p:nvSpPr>
          <p:spPr bwMode="auto">
            <a:xfrm>
              <a:off x="6495" y="5160"/>
              <a:ext cx="1417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itchFamily="34" charset="0"/>
                  <a:ea typeface="微软雅黑" pitchFamily="34" charset="0"/>
                  <a:sym typeface="+mn-ea"/>
                </a:rPr>
                <a:t>二</a:t>
              </a:r>
              <a:endParaRPr lang="zh-CN" altLang="en-US" sz="2665" b="1" dirty="0">
                <a:solidFill>
                  <a:schemeClr val="bg1"/>
                </a:solidFill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6" name="Freeform 56"/>
            <p:cNvSpPr/>
            <p:nvPr>
              <p:custDataLst>
                <p:tags r:id="rId6"/>
              </p:custDataLst>
            </p:nvPr>
          </p:nvSpPr>
          <p:spPr bwMode="auto">
            <a:xfrm>
              <a:off x="8820" y="5160"/>
              <a:ext cx="7082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解决</a:t>
              </a: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方案</a:t>
              </a:r>
              <a:endParaRPr lang="zh-CN" altLang="en-US" sz="2665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</p:grp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5489787" y="4801023"/>
            <a:ext cx="7964593" cy="774700"/>
            <a:chOff x="6495" y="5160"/>
            <a:chExt cx="9407" cy="1133"/>
          </a:xfrm>
          <a:solidFill>
            <a:schemeClr val="accent1"/>
          </a:solidFill>
        </p:grpSpPr>
        <p:sp>
          <p:nvSpPr>
            <p:cNvPr id="8" name="Freeform 57"/>
            <p:cNvSpPr/>
            <p:nvPr>
              <p:custDataLst>
                <p:tags r:id="rId8"/>
              </p:custDataLst>
            </p:nvPr>
          </p:nvSpPr>
          <p:spPr bwMode="auto">
            <a:xfrm>
              <a:off x="6495" y="5160"/>
              <a:ext cx="1417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p>
              <a:pPr lvl="0" algn="ctr" defTabSz="908685">
                <a:buClrTx/>
                <a:buSzTx/>
                <a:buFontTx/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itchFamily="34" charset="0"/>
                  <a:ea typeface="微软雅黑" pitchFamily="34" charset="0"/>
                  <a:sym typeface="+mn-ea"/>
                </a:rPr>
                <a:t>三</a:t>
              </a:r>
              <a:endParaRPr lang="zh-CN" altLang="en-US" sz="2665" b="1" dirty="0">
                <a:solidFill>
                  <a:schemeClr val="bg1"/>
                </a:solidFill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10" name="Freeform 56"/>
            <p:cNvSpPr/>
            <p:nvPr>
              <p:custDataLst>
                <p:tags r:id="rId9"/>
              </p:custDataLst>
            </p:nvPr>
          </p:nvSpPr>
          <p:spPr bwMode="auto">
            <a:xfrm>
              <a:off x="8820" y="5160"/>
              <a:ext cx="7082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p>
              <a:pPr lvl="0" algn="ctr" defTabSz="908685">
                <a:buClrTx/>
                <a:buSzTx/>
                <a:buFontTx/>
              </a:pP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sym typeface="+mn-ea"/>
                </a:rPr>
                <a:t>实施交付与商业</a:t>
              </a: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sym typeface="+mn-ea"/>
                </a:rPr>
                <a:t>模式</a:t>
              </a:r>
              <a:endParaRPr lang="zh-CN" altLang="en-US" sz="2665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</p:grpSp>
      <p:grpSp>
        <p:nvGrpSpPr>
          <p:cNvPr id="11" name="组合 10"/>
          <p:cNvGrpSpPr/>
          <p:nvPr>
            <p:custDataLst>
              <p:tags r:id="rId10"/>
            </p:custDataLst>
          </p:nvPr>
        </p:nvGrpSpPr>
        <p:grpSpPr>
          <a:xfrm>
            <a:off x="5489787" y="6089227"/>
            <a:ext cx="7964593" cy="774700"/>
            <a:chOff x="6495" y="5160"/>
            <a:chExt cx="9407" cy="1133"/>
          </a:xfrm>
          <a:solidFill>
            <a:schemeClr val="bg1">
              <a:lumMod val="50000"/>
            </a:schemeClr>
          </a:solidFill>
        </p:grpSpPr>
        <p:sp>
          <p:nvSpPr>
            <p:cNvPr id="13" name="Freeform 57"/>
            <p:cNvSpPr/>
            <p:nvPr>
              <p:custDataLst>
                <p:tags r:id="rId11"/>
              </p:custDataLst>
            </p:nvPr>
          </p:nvSpPr>
          <p:spPr bwMode="auto">
            <a:xfrm>
              <a:off x="6495" y="5160"/>
              <a:ext cx="1417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itchFamily="34" charset="0"/>
                  <a:ea typeface="微软雅黑" pitchFamily="34" charset="0"/>
                  <a:sym typeface="+mn-ea"/>
                </a:rPr>
                <a:t>四</a:t>
              </a:r>
              <a:endParaRPr lang="zh-CN" altLang="en-US" sz="2665" b="1" dirty="0">
                <a:solidFill>
                  <a:schemeClr val="bg1"/>
                </a:solidFill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14" name="Freeform 56"/>
            <p:cNvSpPr/>
            <p:nvPr>
              <p:custDataLst>
                <p:tags r:id="rId12"/>
              </p:custDataLst>
            </p:nvPr>
          </p:nvSpPr>
          <p:spPr bwMode="auto">
            <a:xfrm>
              <a:off x="8820" y="5160"/>
              <a:ext cx="7082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标杆</a:t>
              </a: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案例</a:t>
              </a:r>
              <a:endParaRPr lang="zh-CN" altLang="en-US" sz="2665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13"/>
            </p:custDataLst>
          </p:nvPr>
        </p:nvGrpSpPr>
        <p:grpSpPr>
          <a:xfrm>
            <a:off x="5489787" y="7377007"/>
            <a:ext cx="7964593" cy="774700"/>
            <a:chOff x="6495" y="5160"/>
            <a:chExt cx="9407" cy="1133"/>
          </a:xfrm>
          <a:solidFill>
            <a:schemeClr val="bg1">
              <a:lumMod val="50000"/>
            </a:schemeClr>
          </a:solidFill>
        </p:grpSpPr>
        <p:sp>
          <p:nvSpPr>
            <p:cNvPr id="19" name="Freeform 57"/>
            <p:cNvSpPr/>
            <p:nvPr>
              <p:custDataLst>
                <p:tags r:id="rId14"/>
              </p:custDataLst>
            </p:nvPr>
          </p:nvSpPr>
          <p:spPr bwMode="auto">
            <a:xfrm>
              <a:off x="6495" y="5160"/>
              <a:ext cx="1417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itchFamily="34" charset="0"/>
                  <a:ea typeface="微软雅黑" pitchFamily="34" charset="0"/>
                  <a:sym typeface="+mn-ea"/>
                </a:rPr>
                <a:t>五</a:t>
              </a:r>
              <a:endParaRPr lang="zh-CN" altLang="en-US" sz="2665" b="1" dirty="0">
                <a:solidFill>
                  <a:schemeClr val="bg1"/>
                </a:solidFill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20" name="Freeform 56"/>
            <p:cNvSpPr/>
            <p:nvPr>
              <p:custDataLst>
                <p:tags r:id="rId15"/>
              </p:custDataLst>
            </p:nvPr>
          </p:nvSpPr>
          <p:spPr bwMode="auto">
            <a:xfrm>
              <a:off x="8820" y="5160"/>
              <a:ext cx="7082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差异化核心</a:t>
              </a: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竞争力</a:t>
              </a:r>
              <a:endParaRPr lang="zh-CN" altLang="en-US" sz="2665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214630"/>
            <a:ext cx="11194627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3.1 </a:t>
            </a:r>
            <a:r>
              <a:rPr lang="en-US" sz="3200" b="1" kern="0" spc="1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五步交付路径 · 双方分工与时间线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587500"/>
            <a:ext cx="2667000" cy="22860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5" name="Text 3"/>
          <p:cNvSpPr/>
          <p:nvPr/>
        </p:nvSpPr>
        <p:spPr>
          <a:xfrm>
            <a:off x="1016000" y="1689100"/>
            <a:ext cx="2413000" cy="209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01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潜力评估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算电潜力摸底、现状诊断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《算电潜力评估报告》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556000" y="2603500"/>
            <a:ext cx="317500" cy="0"/>
          </a:xfrm>
          <a:prstGeom prst="straightConnector1">
            <a:avLst/>
          </a:prstGeom>
          <a:noFill/>
          <a:ln w="25400">
            <a:solidFill>
              <a:srgbClr val="E60012"/>
            </a:solidFill>
            <a:prstDash val="solid"/>
            <a:headEnd type="none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3873500" y="1587500"/>
            <a:ext cx="2667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00500" y="1689100"/>
            <a:ext cx="2413000" cy="209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02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总体规划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全链路架构设计、方案选型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《整体规划方案》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540500" y="2603500"/>
            <a:ext cx="317500" cy="0"/>
          </a:xfrm>
          <a:prstGeom prst="straightConnector1">
            <a:avLst/>
          </a:prstGeom>
          <a:noFill/>
          <a:ln w="25400">
            <a:solidFill>
              <a:srgbClr val="E60012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6858000" y="1587500"/>
            <a:ext cx="2667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85000" y="1689100"/>
            <a:ext cx="2413000" cy="209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800" b="1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03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节能改造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灵梭部署、传感接入、冷源优化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《灵梭平台部署文档》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525000" y="2603500"/>
            <a:ext cx="317500" cy="0"/>
          </a:xfrm>
          <a:prstGeom prst="straightConnector1">
            <a:avLst/>
          </a:prstGeom>
          <a:noFill/>
          <a:ln w="25400">
            <a:solidFill>
              <a:srgbClr val="E60012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9842500" y="1587500"/>
            <a:ext cx="2667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9500" y="1689100"/>
            <a:ext cx="2413000" cy="209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04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平台运营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AI 交易托管、虚拟电厂激活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《AI 交易托管协议》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2509500" y="2603500"/>
            <a:ext cx="317500" cy="0"/>
          </a:xfrm>
          <a:prstGeom prst="straightConnector1">
            <a:avLst/>
          </a:prstGeom>
          <a:noFill/>
          <a:ln w="25400">
            <a:solidFill>
              <a:srgbClr val="E60012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2827000" y="1587500"/>
            <a:ext cx="2540000" cy="2286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sp>
      <p:sp>
        <p:nvSpPr>
          <p:cNvPr id="17" name="Text 15"/>
          <p:cNvSpPr/>
          <p:nvPr/>
        </p:nvSpPr>
        <p:spPr>
          <a:xfrm>
            <a:off x="12954000" y="1689100"/>
            <a:ext cx="2286000" cy="209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05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持续运营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碳盘查、绩效报告、迭代优化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《能碳管理合规报告》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89000" y="4191000"/>
            <a:ext cx="14478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1–2月诊断 → 3–6月部署改造 → 7–9月试运行 → 10–12月正式运营 → 12+月持续托管</a:t>
            </a:r>
            <a:endParaRPr lang="en-US" sz="1400" dirty="0">
              <a:solidFill>
                <a:srgbClr val="8A8A8E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9000" y="4889500"/>
            <a:ext cx="254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双方泳道</a:t>
            </a:r>
            <a:endParaRPr lang="en-US" sz="16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89000" y="5334000"/>
            <a:ext cx="70485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5435600"/>
            <a:ext cx="6540500" cy="95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中国联通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客户接入 / 算力基础设施 / 集成实施 / 项目管理 / 本地运维 / 信创合规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318500" y="5334000"/>
            <a:ext cx="70485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72500" y="5435600"/>
            <a:ext cx="6540500" cy="95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中科类脑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灵梭 / 玄视 / AI 交易 / 算力调度引擎 / 咨询顾问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181610"/>
            <a:ext cx="11194627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3.2 </a:t>
            </a:r>
            <a:r>
              <a:rPr lang="en-US" sz="3200" b="1" kern="0" spc="1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四档商业模式 · 安全合规保障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889000" y="1587500"/>
          <a:ext cx="14478000" cy="3302001"/>
        </p:xfrm>
        <a:graphic>
          <a:graphicData uri="http://schemas.openxmlformats.org/drawingml/2006/table">
            <a:tbl>
              <a:tblPr/>
              <a:tblGrid>
                <a:gridCol w="2606040"/>
                <a:gridCol w="4343400"/>
                <a:gridCol w="7528560"/>
              </a:tblGrid>
              <a:tr h="599205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chemeClr val="bg1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档位</a:t>
                      </a:r>
                      <a:endParaRPr lang="en-US" sz="1500" b="1" u="none" dirty="0">
                        <a:solidFill>
                          <a:schemeClr val="bg1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chemeClr val="bg1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适用场景</a:t>
                      </a:r>
                      <a:endParaRPr lang="en-US" sz="1500" b="1" u="none" dirty="0">
                        <a:solidFill>
                          <a:schemeClr val="bg1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chemeClr val="bg1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收费结构</a:t>
                      </a:r>
                      <a:endParaRPr lang="en-US" sz="1500" b="1" u="none" dirty="0">
                        <a:solidFill>
                          <a:schemeClr val="bg1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67569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平台订阅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有自建运营能力的 IDC / 政府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灵梭年订阅 + 玄视场景包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569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项目制集成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新建绿色 IDC / 园区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平台 + 一体机 + 实施一次性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</a:tr>
              <a:tr h="67569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托管运营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无运营能力的园区 / 场站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全托管 + 效果分成 5–20%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569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联合 BOO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长周期园区 / 沙戈荒大基地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合资运营 + 收入分成 + 长约绿电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89000" y="52705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三重合规兜底</a:t>
            </a:r>
            <a:endParaRPr lang="en-US" sz="16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89000" y="5778500"/>
            <a:ext cx="4572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3000" y="5880100"/>
            <a:ext cx="4064000" cy="1079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数据安全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分级分类 + 加密传输 + 分区隔离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842000" y="5778500"/>
            <a:ext cx="4572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96000" y="5880100"/>
            <a:ext cx="4064000" cy="1079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信创合规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昇腾/寒武纪 + 麒麟/统信 + 达梦/金仓 全栈适配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0795000" y="5778500"/>
            <a:ext cx="4572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049000" y="5880100"/>
            <a:ext cx="4064000" cy="1079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碳披露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ISO / 国标 / CDP / 全球碳披露 四套合规口径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77927" y="2225887"/>
            <a:ext cx="143087" cy="59258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218" tIns="60613" rIns="121218" bIns="60613" rtlCol="0" anchor="ctr"/>
          <a:lstStyle>
            <a:lvl1pPr marL="0" marR="0" indent="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1pPr>
            <a:lvl2pPr marL="0" marR="0" indent="4572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2pPr>
            <a:lvl3pPr marL="0" marR="0" indent="9144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3pPr>
            <a:lvl4pPr marL="0" marR="0" indent="13716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4pPr>
            <a:lvl5pPr marL="0" marR="0" indent="18288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5pPr>
            <a:lvl6pPr marL="0" marR="0" indent="22860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6pPr>
            <a:lvl7pPr marL="0" marR="0" indent="27432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7pPr>
            <a:lvl8pPr marL="0" marR="0" indent="32004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8pPr>
            <a:lvl9pPr marL="0" marR="0" indent="36576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9pPr>
          </a:lstStyle>
          <a:p>
            <a:pPr algn="ctr" defTabSz="908685" eaLnBrk="1" fontAlgn="auto" hangingPunct="1">
              <a:lnSpc>
                <a:spcPct val="150000"/>
              </a:lnSpc>
              <a:defRPr/>
            </a:pPr>
            <a:endParaRPr lang="en-US" sz="3200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sym typeface="宋体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61233" y="1509689"/>
            <a:ext cx="4303624" cy="2553969"/>
            <a:chOff x="2711530" y="2724426"/>
            <a:chExt cx="3227716" cy="1915478"/>
          </a:xfrm>
        </p:grpSpPr>
        <p:sp>
          <p:nvSpPr>
            <p:cNvPr id="12" name="矩形 11"/>
            <p:cNvSpPr/>
            <p:nvPr/>
          </p:nvSpPr>
          <p:spPr>
            <a:xfrm>
              <a:off x="2711530" y="2724426"/>
              <a:ext cx="2908142" cy="191547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0" marR="0" indent="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1pPr>
              <a:lvl2pPr marL="0" marR="0" indent="457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2pPr>
              <a:lvl3pPr marL="0" marR="0" indent="914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3pPr>
              <a:lvl4pPr marL="0" marR="0" indent="1371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4pPr>
              <a:lvl5pPr marL="0" marR="0" indent="18288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5pPr>
              <a:lvl6pPr marL="0" marR="0" indent="22860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6pPr>
              <a:lvl7pPr marL="0" marR="0" indent="2743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7pPr>
              <a:lvl8pPr marL="0" marR="0" indent="3200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8pPr>
              <a:lvl9pPr marL="0" marR="0" indent="3657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9pPr>
            </a:lstStyle>
            <a:p>
              <a:pPr algn="ctr" defTabSz="908685" eaLnBrk="1" fontAlgn="auto" hangingPunct="1">
                <a:lnSpc>
                  <a:spcPct val="150000"/>
                </a:lnSpc>
                <a:defRPr/>
              </a:pPr>
              <a:r>
                <a:rPr lang="zh-CN" altLang="en-US" sz="10665" b="1" dirty="0">
                  <a:solidFill>
                    <a:srgbClr val="303030"/>
                  </a:solidFill>
                  <a:latin typeface="微软雅黑" pitchFamily="34" charset="0"/>
                  <a:ea typeface="微软雅黑" pitchFamily="34" charset="0"/>
                  <a:sym typeface="宋体" pitchFamily="2" charset="-122"/>
                </a:rPr>
                <a:t>目</a:t>
              </a:r>
              <a:r>
                <a:rPr lang="zh-CN" altLang="en-US" sz="4800" b="1" dirty="0">
                  <a:solidFill>
                    <a:srgbClr val="303030"/>
                  </a:solidFill>
                  <a:latin typeface="微软雅黑" pitchFamily="34" charset="0"/>
                  <a:ea typeface="微软雅黑" pitchFamily="34" charset="0"/>
                  <a:sym typeface="宋体" pitchFamily="2" charset="-122"/>
                </a:rPr>
                <a:t>录</a:t>
              </a:r>
              <a:endParaRPr lang="en-US" sz="4800" b="1" dirty="0">
                <a:solidFill>
                  <a:srgbClr val="303030"/>
                </a:solidFill>
                <a:latin typeface="微软雅黑" pitchFamily="34" charset="0"/>
                <a:ea typeface="微软雅黑" pitchFamily="34" charset="0"/>
                <a:sym typeface="宋体" pitchFamily="2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4403341" y="3317059"/>
              <a:ext cx="1535905" cy="376238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 marL="0" marR="0" indent="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1pPr>
              <a:lvl2pPr marL="0" marR="0" indent="457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2pPr>
              <a:lvl3pPr marL="0" marR="0" indent="914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3pPr>
              <a:lvl4pPr marL="0" marR="0" indent="1371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4pPr>
              <a:lvl5pPr marL="0" marR="0" indent="18288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5pPr>
              <a:lvl6pPr marL="0" marR="0" indent="22860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6pPr>
              <a:lvl7pPr marL="0" marR="0" indent="2743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7pPr>
              <a:lvl8pPr marL="0" marR="0" indent="3200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8pPr>
              <a:lvl9pPr marL="0" marR="0" indent="3657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9pPr>
            </a:lstStyle>
            <a:p>
              <a:pPr algn="ctr" defTabSz="908685" eaLnBrk="1" fontAlgn="auto" hangingPunct="1">
                <a:defRPr/>
              </a:pPr>
              <a:r>
                <a:rPr lang="en-US" sz="2665" dirty="0">
                  <a:solidFill>
                    <a:srgbClr val="303030"/>
                  </a:solidFill>
                  <a:latin typeface="微软雅黑" pitchFamily="34" charset="0"/>
                  <a:ea typeface="微软雅黑" pitchFamily="34" charset="0"/>
                  <a:sym typeface="宋体" pitchFamily="2" charset="-122"/>
                </a:rPr>
                <a:t>CONTENTS</a:t>
              </a:r>
              <a:endParaRPr lang="en-US" sz="2665" dirty="0">
                <a:solidFill>
                  <a:srgbClr val="303030"/>
                </a:solidFill>
                <a:latin typeface="微软雅黑" pitchFamily="34" charset="0"/>
                <a:ea typeface="微软雅黑" pitchFamily="34" charset="0"/>
                <a:sym typeface="宋体" pitchFamily="2" charset="-122"/>
              </a:endParaRPr>
            </a:p>
          </p:txBody>
        </p:sp>
      </p:grpSp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5489787" y="2219113"/>
            <a:ext cx="7964593" cy="774700"/>
            <a:chOff x="6495" y="3154"/>
            <a:chExt cx="9407" cy="1134"/>
          </a:xfrm>
          <a:solidFill>
            <a:schemeClr val="bg1">
              <a:lumMod val="50000"/>
            </a:schemeClr>
          </a:solidFill>
        </p:grpSpPr>
        <p:sp>
          <p:nvSpPr>
            <p:cNvPr id="17" name="Freeform 57"/>
            <p:cNvSpPr/>
            <p:nvPr>
              <p:custDataLst>
                <p:tags r:id="rId2"/>
              </p:custDataLst>
            </p:nvPr>
          </p:nvSpPr>
          <p:spPr bwMode="auto">
            <a:xfrm>
              <a:off x="6495" y="3154"/>
              <a:ext cx="1417" cy="1134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eaLnBrk="0" fontAlgn="base" hangingPunc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+mj-ea"/>
                <a:defRPr/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itchFamily="34" charset="0"/>
                  <a:ea typeface="微软雅黑" pitchFamily="34" charset="0"/>
                  <a:sym typeface="+mn-ea"/>
                </a:rPr>
                <a:t>一</a:t>
              </a:r>
              <a:endParaRPr lang="zh-CN" altLang="en-US" sz="2665" b="1" dirty="0">
                <a:solidFill>
                  <a:schemeClr val="bg1"/>
                </a:solidFill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18" name="Freeform 56"/>
            <p:cNvSpPr/>
            <p:nvPr>
              <p:custDataLst>
                <p:tags r:id="rId3"/>
              </p:custDataLst>
            </p:nvPr>
          </p:nvSpPr>
          <p:spPr bwMode="auto">
            <a:xfrm>
              <a:off x="8820" y="3154"/>
              <a:ext cx="7082" cy="1134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eaLnBrk="0" fontAlgn="base" hangingPunc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+mj-ea"/>
                <a:defRPr/>
              </a:pP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行业洞察与战略</a:t>
              </a: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机遇</a:t>
              </a:r>
              <a:endParaRPr lang="zh-CN" altLang="en-US" sz="2665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</p:grpSp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5489787" y="3513667"/>
            <a:ext cx="7964593" cy="774700"/>
            <a:chOff x="6495" y="5160"/>
            <a:chExt cx="9407" cy="1133"/>
          </a:xfrm>
          <a:solidFill>
            <a:schemeClr val="bg1">
              <a:lumMod val="50000"/>
            </a:schemeClr>
          </a:solidFill>
        </p:grpSpPr>
        <p:sp>
          <p:nvSpPr>
            <p:cNvPr id="4" name="Freeform 57"/>
            <p:cNvSpPr/>
            <p:nvPr>
              <p:custDataLst>
                <p:tags r:id="rId5"/>
              </p:custDataLst>
            </p:nvPr>
          </p:nvSpPr>
          <p:spPr bwMode="auto">
            <a:xfrm>
              <a:off x="6495" y="5160"/>
              <a:ext cx="1417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itchFamily="34" charset="0"/>
                  <a:ea typeface="微软雅黑" pitchFamily="34" charset="0"/>
                  <a:sym typeface="+mn-ea"/>
                </a:rPr>
                <a:t>二</a:t>
              </a:r>
              <a:endParaRPr lang="zh-CN" altLang="en-US" sz="2665" b="1" dirty="0">
                <a:solidFill>
                  <a:schemeClr val="bg1"/>
                </a:solidFill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6" name="Freeform 56"/>
            <p:cNvSpPr/>
            <p:nvPr>
              <p:custDataLst>
                <p:tags r:id="rId6"/>
              </p:custDataLst>
            </p:nvPr>
          </p:nvSpPr>
          <p:spPr bwMode="auto">
            <a:xfrm>
              <a:off x="8820" y="5160"/>
              <a:ext cx="7082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解决</a:t>
              </a: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方案</a:t>
              </a:r>
              <a:endParaRPr lang="zh-CN" altLang="en-US" sz="2665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</p:grp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5489787" y="4801023"/>
            <a:ext cx="7964593" cy="774700"/>
            <a:chOff x="6495" y="5160"/>
            <a:chExt cx="9407" cy="1133"/>
          </a:xfrm>
          <a:solidFill>
            <a:schemeClr val="bg1">
              <a:lumMod val="50000"/>
            </a:schemeClr>
          </a:solidFill>
        </p:grpSpPr>
        <p:sp>
          <p:nvSpPr>
            <p:cNvPr id="8" name="Freeform 57"/>
            <p:cNvSpPr/>
            <p:nvPr>
              <p:custDataLst>
                <p:tags r:id="rId8"/>
              </p:custDataLst>
            </p:nvPr>
          </p:nvSpPr>
          <p:spPr bwMode="auto">
            <a:xfrm>
              <a:off x="6495" y="5160"/>
              <a:ext cx="1417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p>
              <a:pPr lvl="0" algn="ctr" defTabSz="908685">
                <a:buClrTx/>
                <a:buSzTx/>
                <a:buFontTx/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itchFamily="34" charset="0"/>
                  <a:ea typeface="微软雅黑" pitchFamily="34" charset="0"/>
                  <a:sym typeface="+mn-ea"/>
                </a:rPr>
                <a:t>三</a:t>
              </a:r>
              <a:endParaRPr lang="zh-CN" altLang="en-US" sz="2665" b="1" dirty="0">
                <a:solidFill>
                  <a:schemeClr val="bg1"/>
                </a:solidFill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10" name="Freeform 56"/>
            <p:cNvSpPr/>
            <p:nvPr>
              <p:custDataLst>
                <p:tags r:id="rId9"/>
              </p:custDataLst>
            </p:nvPr>
          </p:nvSpPr>
          <p:spPr bwMode="auto">
            <a:xfrm>
              <a:off x="8820" y="5160"/>
              <a:ext cx="7082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p>
              <a:pPr lvl="0" algn="ctr" defTabSz="908685">
                <a:buClrTx/>
                <a:buSzTx/>
                <a:buFontTx/>
              </a:pP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sym typeface="+mn-ea"/>
                </a:rPr>
                <a:t>实施交付与商业</a:t>
              </a: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sym typeface="+mn-ea"/>
                </a:rPr>
                <a:t>模式</a:t>
              </a:r>
              <a:endParaRPr lang="zh-CN" altLang="en-US" sz="2665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</p:grpSp>
      <p:grpSp>
        <p:nvGrpSpPr>
          <p:cNvPr id="11" name="组合 10"/>
          <p:cNvGrpSpPr/>
          <p:nvPr>
            <p:custDataLst>
              <p:tags r:id="rId10"/>
            </p:custDataLst>
          </p:nvPr>
        </p:nvGrpSpPr>
        <p:grpSpPr>
          <a:xfrm>
            <a:off x="5489787" y="6089227"/>
            <a:ext cx="7964593" cy="774700"/>
            <a:chOff x="6495" y="5160"/>
            <a:chExt cx="9407" cy="1133"/>
          </a:xfrm>
          <a:solidFill>
            <a:schemeClr val="accent1"/>
          </a:solidFill>
        </p:grpSpPr>
        <p:sp>
          <p:nvSpPr>
            <p:cNvPr id="13" name="Freeform 57"/>
            <p:cNvSpPr/>
            <p:nvPr>
              <p:custDataLst>
                <p:tags r:id="rId11"/>
              </p:custDataLst>
            </p:nvPr>
          </p:nvSpPr>
          <p:spPr bwMode="auto">
            <a:xfrm>
              <a:off x="6495" y="5160"/>
              <a:ext cx="1417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itchFamily="34" charset="0"/>
                  <a:ea typeface="微软雅黑" pitchFamily="34" charset="0"/>
                  <a:sym typeface="+mn-ea"/>
                </a:rPr>
                <a:t>四</a:t>
              </a:r>
              <a:endParaRPr lang="zh-CN" altLang="en-US" sz="2665" b="1" dirty="0">
                <a:solidFill>
                  <a:schemeClr val="bg1"/>
                </a:solidFill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14" name="Freeform 56"/>
            <p:cNvSpPr/>
            <p:nvPr>
              <p:custDataLst>
                <p:tags r:id="rId12"/>
              </p:custDataLst>
            </p:nvPr>
          </p:nvSpPr>
          <p:spPr bwMode="auto">
            <a:xfrm>
              <a:off x="8820" y="5160"/>
              <a:ext cx="7082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标杆</a:t>
              </a: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案例</a:t>
              </a:r>
              <a:endParaRPr lang="zh-CN" altLang="en-US" sz="2665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13"/>
            </p:custDataLst>
          </p:nvPr>
        </p:nvGrpSpPr>
        <p:grpSpPr>
          <a:xfrm>
            <a:off x="5489787" y="7377007"/>
            <a:ext cx="7964593" cy="774700"/>
            <a:chOff x="6495" y="5160"/>
            <a:chExt cx="9407" cy="1133"/>
          </a:xfrm>
          <a:solidFill>
            <a:schemeClr val="bg1">
              <a:lumMod val="50000"/>
            </a:schemeClr>
          </a:solidFill>
        </p:grpSpPr>
        <p:sp>
          <p:nvSpPr>
            <p:cNvPr id="19" name="Freeform 57"/>
            <p:cNvSpPr/>
            <p:nvPr>
              <p:custDataLst>
                <p:tags r:id="rId14"/>
              </p:custDataLst>
            </p:nvPr>
          </p:nvSpPr>
          <p:spPr bwMode="auto">
            <a:xfrm>
              <a:off x="6495" y="5160"/>
              <a:ext cx="1417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itchFamily="34" charset="0"/>
                  <a:ea typeface="微软雅黑" pitchFamily="34" charset="0"/>
                  <a:sym typeface="+mn-ea"/>
                </a:rPr>
                <a:t>五</a:t>
              </a:r>
              <a:endParaRPr lang="zh-CN" altLang="en-US" sz="2665" b="1" dirty="0">
                <a:solidFill>
                  <a:schemeClr val="bg1"/>
                </a:solidFill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20" name="Freeform 56"/>
            <p:cNvSpPr/>
            <p:nvPr>
              <p:custDataLst>
                <p:tags r:id="rId15"/>
              </p:custDataLst>
            </p:nvPr>
          </p:nvSpPr>
          <p:spPr bwMode="auto">
            <a:xfrm>
              <a:off x="8820" y="5160"/>
              <a:ext cx="7082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差异化核心</a:t>
              </a: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竞争力</a:t>
              </a:r>
              <a:endParaRPr lang="zh-CN" altLang="en-US" sz="2665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165100"/>
            <a:ext cx="11194627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4.1 </a:t>
            </a:r>
            <a:r>
              <a:rPr lang="en-US" sz="3200" b="1" kern="0" spc="1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案例一 · 皖疆产业园 · 园区型标杆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587500"/>
            <a:ext cx="14478000" cy="10160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5" name="Text 3"/>
          <p:cNvSpPr/>
          <p:nvPr/>
        </p:nvSpPr>
        <p:spPr>
          <a:xfrm>
            <a:off x="1143000" y="1651000"/>
            <a:ext cx="13970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场景</a:t>
            </a: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：新疆算力基地　</a:t>
            </a: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10000P</a:t>
            </a: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规划 / </a:t>
            </a: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2000P</a:t>
            </a: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自投 / 中移合建 </a:t>
            </a: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8000P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89000" y="2857500"/>
            <a:ext cx="14478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921000"/>
            <a:ext cx="13970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方案</a:t>
            </a:r>
            <a:r>
              <a:rPr lang="en-US" sz="18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：三中心一平台 + 灵梭 + 四算合一 + 绿电直供 + 园区光储一体化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9000" y="4254500"/>
            <a:ext cx="254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成效</a:t>
            </a:r>
            <a:endParaRPr lang="en-US" sz="18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89000" y="4826000"/>
            <a:ext cx="330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9500" y="4953000"/>
            <a:ext cx="2921000" cy="139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绿电消纳可达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>
              <a:lnSpc>
                <a:spcPct val="140000"/>
              </a:lnSpc>
            </a:pPr>
            <a:r>
              <a:rPr lang="en-US" sz="36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100%</a:t>
            </a:r>
            <a:endParaRPr lang="en-US" sz="36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08500" y="4826000"/>
            <a:ext cx="330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9000" y="4953000"/>
            <a:ext cx="2921000" cy="139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用电成本降约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>
              <a:lnSpc>
                <a:spcPct val="140000"/>
              </a:lnSpc>
            </a:pPr>
            <a:r>
              <a:rPr lang="en-US" sz="36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15%</a:t>
            </a:r>
            <a:endParaRPr lang="en-US" sz="36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28000" y="4826000"/>
            <a:ext cx="3302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8500" y="4953000"/>
            <a:ext cx="2921000" cy="139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综合能耗降约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>
              <a:lnSpc>
                <a:spcPct val="140000"/>
              </a:lnSpc>
            </a:pPr>
            <a:r>
              <a:rPr lang="en-US" sz="36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10%</a:t>
            </a:r>
            <a:endParaRPr lang="en-US" sz="36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1747500" y="4826000"/>
            <a:ext cx="3619500" cy="1651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sp>
      <p:sp>
        <p:nvSpPr>
          <p:cNvPr id="16" name="Text 14"/>
          <p:cNvSpPr/>
          <p:nvPr/>
        </p:nvSpPr>
        <p:spPr>
          <a:xfrm>
            <a:off x="11938000" y="4953000"/>
            <a:ext cx="3238500" cy="139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国家数据局算电协同试点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公开口径全国 5 省份之一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165100"/>
            <a:ext cx="11194627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4.2 </a:t>
            </a:r>
            <a:r>
              <a:rPr lang="en-US" sz="3200" b="1" kern="0" spc="1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案例二 · 芜湖长三角集群 · 存量 IDC 改造标杆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587500"/>
            <a:ext cx="14478000" cy="8890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5" name="Text 3"/>
          <p:cNvSpPr/>
          <p:nvPr/>
        </p:nvSpPr>
        <p:spPr>
          <a:xfrm>
            <a:off x="1143000" y="1587500"/>
            <a:ext cx="13970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场景</a:t>
            </a: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：存量 IDC 算电协同升级，与中国移动合建 </a:t>
            </a:r>
            <a:r>
              <a:rPr lang="en-US" sz="26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8000P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89000" y="2730500"/>
            <a:ext cx="14478000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730500"/>
            <a:ext cx="1397000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方案</a:t>
            </a: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：灵梭平台叠加 + AI 电力交易 + 碳合规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89000" y="3810000"/>
            <a:ext cx="14478000" cy="889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sp>
      <p:sp>
        <p:nvSpPr>
          <p:cNvPr id="9" name="Text 7"/>
          <p:cNvSpPr/>
          <p:nvPr/>
        </p:nvSpPr>
        <p:spPr>
          <a:xfrm>
            <a:off x="1143000" y="3810000"/>
            <a:ext cx="13970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入选国家能源局首批新型电力系统-算电协同示范项目</a:t>
            </a: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（公开口径 2 个示范之一）/ 入选国家工信部"算力强基"揭榜挂帅示范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89000" y="5080000"/>
            <a:ext cx="25400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PUE</a:t>
            </a:r>
            <a:endParaRPr lang="en-US" sz="1600" dirty="0">
              <a:latin typeface="微软雅黑" pitchFamily="34" charset="0"/>
              <a:ea typeface="微软雅黑" pitchFamily="34" charset="0"/>
            </a:endParaRPr>
          </a:p>
          <a:p>
            <a:pPr algn="ctr">
              <a:lnSpc>
                <a:spcPct val="140000"/>
              </a:lnSpc>
            </a:pPr>
            <a:r>
              <a:rPr lang="en-US" sz="3200" b="1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1.20</a:t>
            </a:r>
            <a:endParaRPr lang="en-US" sz="1600" dirty="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556000" y="5080000"/>
            <a:ext cx="25400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绿电占比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>
              <a:lnSpc>
                <a:spcPct val="140000"/>
              </a:lnSpc>
            </a:pPr>
            <a:r>
              <a:rPr lang="en-US" sz="3200" b="1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80%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23000" y="5080000"/>
            <a:ext cx="25400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能源费用降低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>
              <a:lnSpc>
                <a:spcPct val="140000"/>
              </a:lnSpc>
            </a:pPr>
            <a:r>
              <a:rPr lang="en-US" sz="3200" b="1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20%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890000" y="5080000"/>
            <a:ext cx="25400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算效比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>
              <a:lnSpc>
                <a:spcPct val="140000"/>
              </a:lnSpc>
            </a:pPr>
            <a:r>
              <a:rPr lang="en-US" sz="3200" b="1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≥200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557000" y="5080000"/>
            <a:ext cx="25400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可控负荷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>
              <a:lnSpc>
                <a:spcPct val="140000"/>
              </a:lnSpc>
            </a:pPr>
            <a:r>
              <a:rPr lang="en-US" sz="3200" b="1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≥10%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89000" y="6604000"/>
            <a:ext cx="1447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平台口径：交易收益增 5–20%</a:t>
            </a:r>
            <a:endParaRPr lang="en-US" sz="1600" dirty="0">
              <a:solidFill>
                <a:srgbClr val="E60012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165100"/>
            <a:ext cx="11194627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4.3 </a:t>
            </a:r>
            <a:r>
              <a:rPr lang="en-US" sz="3200" b="1" kern="0" spc="1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案例三 · 腾格里沙戈荒 · 新能源大基地标杆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587500"/>
            <a:ext cx="14478000" cy="11430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5" name="Text 3"/>
          <p:cNvSpPr/>
          <p:nvPr/>
        </p:nvSpPr>
        <p:spPr>
          <a:xfrm>
            <a:off x="1143000" y="1651000"/>
            <a:ext cx="13970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场景</a:t>
            </a: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：宁夏中卫沙坡头 </a:t>
            </a: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100 万 kW 光伏</a:t>
            </a: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（一期）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属"宁湘直流"配套（一、二期合计 300 万 kW，总投资 153 亿元）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89000" y="3048000"/>
            <a:ext cx="14478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111500"/>
            <a:ext cx="13970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方案</a:t>
            </a: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：玄视 + 数字孪生 + 机器狗 + VR + 智能体 + 虚拟电厂方案设计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9000" y="4318000"/>
            <a:ext cx="254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成效</a:t>
            </a:r>
            <a:endParaRPr lang="en-US" sz="18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89000" y="4889500"/>
            <a:ext cx="4445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5016500"/>
            <a:ext cx="3937000" cy="139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工期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>
              <a:lnSpc>
                <a:spcPct val="140000"/>
              </a:lnSpc>
            </a:pPr>
            <a:r>
              <a:rPr lang="en-US" sz="32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5 个月</a:t>
            </a:r>
            <a:endParaRPr lang="en-US" sz="1600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2025.02–2025.06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715000" y="4889500"/>
            <a:ext cx="4445000" cy="1651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sp>
      <p:sp>
        <p:nvSpPr>
          <p:cNvPr id="12" name="Text 10"/>
          <p:cNvSpPr/>
          <p:nvPr/>
        </p:nvSpPr>
        <p:spPr>
          <a:xfrm>
            <a:off x="5969000" y="5016500"/>
            <a:ext cx="3937000" cy="139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运维模式</a:t>
            </a:r>
            <a:endParaRPr lang="en-US" sz="1600" dirty="0">
              <a:latin typeface="微软雅黑" pitchFamily="34" charset="0"/>
              <a:ea typeface="微软雅黑" pitchFamily="34" charset="0"/>
            </a:endParaRPr>
          </a:p>
          <a:p>
            <a:pPr algn="ctr">
              <a:lnSpc>
                <a:spcPct val="140000"/>
              </a:lnSpc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无人值守</a:t>
            </a:r>
            <a:endParaRPr lang="en-US" sz="1600" dirty="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541000" y="4889500"/>
            <a:ext cx="4826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95000" y="5016500"/>
            <a:ext cx="4318000" cy="139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七彩河牧光互补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+ 宾阳风电三连佐证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165100"/>
            <a:ext cx="11194627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4.4 </a:t>
            </a:r>
            <a:r>
              <a:rPr lang="en-US" sz="3200" b="1" kern="0" spc="1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案例四 · 海螺工业 · 制造业算电延伸标杆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587500"/>
            <a:ext cx="14478000" cy="5715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5" name="Text 3"/>
          <p:cNvSpPr/>
          <p:nvPr/>
        </p:nvSpPr>
        <p:spPr>
          <a:xfrm>
            <a:off x="1143000" y="1587500"/>
            <a:ext cx="1397000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场景</a:t>
            </a: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：海螺水泥人工智能场景建设与应用项目</a:t>
            </a:r>
            <a:endParaRPr lang="en-US" sz="1600" dirty="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89000" y="2603500"/>
            <a:ext cx="14478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692400"/>
            <a:ext cx="127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方案</a:t>
            </a:r>
            <a:endParaRPr lang="en-US" sz="16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3111500"/>
            <a:ext cx="13970000" cy="1333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全国产化 AI 训练中心（云基础设施 + AI 使能平台 + AI 应用）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视觉大模型 / 预测大模型 / NLP 大模型 + 中心训练 + 边缘推理 + 云边协同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生产 / 安全 / 装备 </a:t>
            </a: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三大场景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89000" y="5016500"/>
            <a:ext cx="14478000" cy="2032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sp>
      <p:sp>
        <p:nvSpPr>
          <p:cNvPr id="10" name="Text 8"/>
          <p:cNvSpPr/>
          <p:nvPr/>
        </p:nvSpPr>
        <p:spPr>
          <a:xfrm>
            <a:off x="1143000" y="5143500"/>
            <a:ext cx="127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成效</a:t>
            </a:r>
            <a:endParaRPr lang="en-US" sz="18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3000" y="5524500"/>
            <a:ext cx="13970000" cy="152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算力 </a:t>
            </a:r>
            <a:r>
              <a:rPr lang="en-US" sz="4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4 倍</a:t>
            </a: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升值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通过大模型及应用，让算力实现 4 倍价值释放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198120"/>
            <a:ext cx="11194627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4.5 </a:t>
            </a:r>
            <a:r>
              <a:rPr lang="en-US" sz="3200" b="1" kern="0" spc="1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标杆案例关键指标汇总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graphicFrame>
        <p:nvGraphicFramePr>
          <p:cNvPr id="29" name="Table 0"/>
          <p:cNvGraphicFramePr>
            <a:graphicFrameLocks noGrp="1"/>
          </p:cNvGraphicFramePr>
          <p:nvPr/>
        </p:nvGraphicFramePr>
        <p:xfrm>
          <a:off x="889000" y="1587500"/>
          <a:ext cx="14478000" cy="5334000"/>
        </p:xfrm>
        <a:graphic>
          <a:graphicData uri="http://schemas.openxmlformats.org/drawingml/2006/table">
            <a:tbl>
              <a:tblPr/>
              <a:tblGrid>
                <a:gridCol w="2606040"/>
                <a:gridCol w="2895600"/>
                <a:gridCol w="2895600"/>
                <a:gridCol w="2895600"/>
                <a:gridCol w="318516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指标</a:t>
                      </a:r>
                      <a:endParaRPr lang="en-US" sz="1500" b="1" u="none" dirty="0">
                        <a:solidFill>
                          <a:srgbClr val="FFFFFF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皖疆</a:t>
                      </a:r>
                      <a:endParaRPr lang="en-US" sz="1500" b="1" u="none" dirty="0">
                        <a:solidFill>
                          <a:srgbClr val="FFFFFF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芜湖</a:t>
                      </a:r>
                      <a:endParaRPr lang="en-US" sz="1500" b="1" u="none" dirty="0">
                        <a:solidFill>
                          <a:srgbClr val="FFFFFF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腾格里</a:t>
                      </a:r>
                      <a:endParaRPr lang="en-US" sz="1500" b="1" u="none" dirty="0">
                        <a:solidFill>
                          <a:srgbClr val="FFFFFF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海螺</a:t>
                      </a:r>
                      <a:endParaRPr lang="en-US" sz="1500" b="1" u="none" dirty="0">
                        <a:solidFill>
                          <a:srgbClr val="FFFFFF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算力规模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2000P 自投（规划 10000P）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8000P 合建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微软雅黑" pitchFamily="34" charset="0"/>
                        </a:rPr>
                        <a:t>—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AI 训练中心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绿电占比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chemeClr val="accent1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样板可达 100% 消纳</a:t>
                      </a:r>
                      <a:endParaRPr lang="en-US" sz="1500" u="none" dirty="0">
                        <a:solidFill>
                          <a:schemeClr val="accent1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chemeClr val="accent1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80%</a:t>
                      </a:r>
                      <a:endParaRPr lang="en-US" sz="1500" b="1" u="none" dirty="0">
                        <a:solidFill>
                          <a:schemeClr val="accent1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微软雅黑" pitchFamily="34" charset="0"/>
                        </a:rPr>
                        <a:t>—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微软雅黑" pitchFamily="34" charset="0"/>
                        </a:rPr>
                        <a:t>—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综合能耗降幅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chemeClr val="accent1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样板约 降 10%</a:t>
                      </a:r>
                      <a:endParaRPr lang="en-US" sz="1500" b="1" u="none" dirty="0">
                        <a:solidFill>
                          <a:schemeClr val="accent1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微软雅黑" pitchFamily="34" charset="0"/>
                        </a:rPr>
                        <a:t>—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微软雅黑" pitchFamily="34" charset="0"/>
                        </a:rPr>
                        <a:t>—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微软雅黑" pitchFamily="34" charset="0"/>
                        </a:rPr>
                        <a:t>—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电力费用改善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chemeClr val="accent1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样板约 降 15%</a:t>
                      </a:r>
                      <a:endParaRPr lang="en-US" sz="1500" b="1" u="none" dirty="0">
                        <a:solidFill>
                          <a:schemeClr val="accent1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chemeClr val="accent1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能费降 20% / 交易收益 5-20%</a:t>
                      </a:r>
                      <a:endParaRPr lang="en-US" sz="1500" b="1" u="none" dirty="0">
                        <a:solidFill>
                          <a:schemeClr val="accent1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微软雅黑" pitchFamily="34" charset="0"/>
                        </a:rPr>
                        <a:t>—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微软雅黑" pitchFamily="34" charset="0"/>
                        </a:rPr>
                        <a:t>—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预测准确率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chemeClr val="accent1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97%</a:t>
                      </a:r>
                      <a:endParaRPr lang="en-US" sz="1500" b="1" u="none" dirty="0">
                        <a:solidFill>
                          <a:schemeClr val="accent1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chemeClr val="accent1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97%</a:t>
                      </a:r>
                      <a:endParaRPr lang="en-US" sz="1500" b="1" u="none" dirty="0">
                        <a:solidFill>
                          <a:schemeClr val="accent1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chemeClr val="accent1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功率 90%</a:t>
                      </a:r>
                      <a:endParaRPr lang="en-US" sz="1500" b="1" u="none" dirty="0">
                        <a:solidFill>
                          <a:schemeClr val="accent1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微软雅黑" pitchFamily="34" charset="0"/>
                        </a:rPr>
                        <a:t>—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国家级资质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数据局试点 5 省份之一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能源局首批示范 + 工信部强基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沙戈荒示范 / 宁湘直流配套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微软雅黑" pitchFamily="34" charset="0"/>
                        </a:rPr>
                        <a:t>—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Liter" panose="02000503030000020004" pitchFamily="34" charset="0"/>
                        <a:ea typeface="Liter" panose="02000503030000020004" pitchFamily="34" charset="-122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89000" y="7175500"/>
            <a:ext cx="14478000" cy="44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口径说明：案例汇总表按项目公开信息与样板运行数据整理；不同项目的指标维度统计口径不同，对比时需先统一口径。</a:t>
            </a:r>
            <a:endParaRPr lang="en-US" sz="1200" dirty="0">
              <a:solidFill>
                <a:srgbClr val="8A8A8E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77927" y="2225887"/>
            <a:ext cx="143087" cy="59258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218" tIns="60613" rIns="121218" bIns="60613" rtlCol="0" anchor="ctr"/>
          <a:lstStyle>
            <a:lvl1pPr marL="0" marR="0" indent="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1pPr>
            <a:lvl2pPr marL="0" marR="0" indent="4572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2pPr>
            <a:lvl3pPr marL="0" marR="0" indent="9144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3pPr>
            <a:lvl4pPr marL="0" marR="0" indent="13716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4pPr>
            <a:lvl5pPr marL="0" marR="0" indent="18288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5pPr>
            <a:lvl6pPr marL="0" marR="0" indent="22860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6pPr>
            <a:lvl7pPr marL="0" marR="0" indent="27432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7pPr>
            <a:lvl8pPr marL="0" marR="0" indent="32004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8pPr>
            <a:lvl9pPr marL="0" marR="0" indent="3657600" algn="l" defTabSz="9144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0" i="0" u="none" strike="noStrike" cap="none" spc="0" baseline="0">
                <a:ln>
                  <a:noFill/>
                </a:ln>
                <a:solidFill>
                  <a:schemeClr val="lt1"/>
                </a:solidFill>
                <a:uFillTx/>
                <a:latin typeface="+mn-lt"/>
                <a:ea typeface="+mn-ea"/>
                <a:cs typeface="+mn-cs"/>
                <a:sym typeface="Arial Unicode MS" panose="020B0604020202020204" charset="-122"/>
              </a:defRPr>
            </a:lvl9pPr>
          </a:lstStyle>
          <a:p>
            <a:pPr algn="ctr" defTabSz="908685" eaLnBrk="1" fontAlgn="auto" hangingPunct="1">
              <a:lnSpc>
                <a:spcPct val="150000"/>
              </a:lnSpc>
              <a:defRPr/>
            </a:pPr>
            <a:endParaRPr lang="en-US" sz="3200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sym typeface="宋体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61233" y="1509689"/>
            <a:ext cx="4303624" cy="2553969"/>
            <a:chOff x="2711530" y="2724426"/>
            <a:chExt cx="3227716" cy="1915478"/>
          </a:xfrm>
        </p:grpSpPr>
        <p:sp>
          <p:nvSpPr>
            <p:cNvPr id="12" name="矩形 11"/>
            <p:cNvSpPr/>
            <p:nvPr/>
          </p:nvSpPr>
          <p:spPr>
            <a:xfrm>
              <a:off x="2711530" y="2724426"/>
              <a:ext cx="2908142" cy="191547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0" marR="0" indent="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1pPr>
              <a:lvl2pPr marL="0" marR="0" indent="457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2pPr>
              <a:lvl3pPr marL="0" marR="0" indent="914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3pPr>
              <a:lvl4pPr marL="0" marR="0" indent="1371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4pPr>
              <a:lvl5pPr marL="0" marR="0" indent="18288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5pPr>
              <a:lvl6pPr marL="0" marR="0" indent="22860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6pPr>
              <a:lvl7pPr marL="0" marR="0" indent="2743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7pPr>
              <a:lvl8pPr marL="0" marR="0" indent="3200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8pPr>
              <a:lvl9pPr marL="0" marR="0" indent="3657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9pPr>
            </a:lstStyle>
            <a:p>
              <a:pPr algn="ctr" defTabSz="908685" eaLnBrk="1" fontAlgn="auto" hangingPunct="1">
                <a:lnSpc>
                  <a:spcPct val="150000"/>
                </a:lnSpc>
                <a:defRPr/>
              </a:pPr>
              <a:r>
                <a:rPr lang="zh-CN" altLang="en-US" sz="10665" b="1" dirty="0">
                  <a:solidFill>
                    <a:srgbClr val="303030"/>
                  </a:solidFill>
                  <a:latin typeface="微软雅黑" pitchFamily="34" charset="0"/>
                  <a:ea typeface="微软雅黑" pitchFamily="34" charset="0"/>
                  <a:sym typeface="宋体" pitchFamily="2" charset="-122"/>
                </a:rPr>
                <a:t>目</a:t>
              </a:r>
              <a:r>
                <a:rPr lang="zh-CN" altLang="en-US" sz="4800" b="1" dirty="0">
                  <a:solidFill>
                    <a:srgbClr val="303030"/>
                  </a:solidFill>
                  <a:latin typeface="微软雅黑" pitchFamily="34" charset="0"/>
                  <a:ea typeface="微软雅黑" pitchFamily="34" charset="0"/>
                  <a:sym typeface="宋体" pitchFamily="2" charset="-122"/>
                </a:rPr>
                <a:t>录</a:t>
              </a:r>
              <a:endParaRPr lang="en-US" sz="4800" b="1" dirty="0">
                <a:solidFill>
                  <a:srgbClr val="303030"/>
                </a:solidFill>
                <a:latin typeface="微软雅黑" pitchFamily="34" charset="0"/>
                <a:ea typeface="微软雅黑" pitchFamily="34" charset="0"/>
                <a:sym typeface="宋体" pitchFamily="2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4403341" y="3317059"/>
              <a:ext cx="1535905" cy="376238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 marL="0" marR="0" indent="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1pPr>
              <a:lvl2pPr marL="0" marR="0" indent="457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2pPr>
              <a:lvl3pPr marL="0" marR="0" indent="914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3pPr>
              <a:lvl4pPr marL="0" marR="0" indent="1371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4pPr>
              <a:lvl5pPr marL="0" marR="0" indent="18288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5pPr>
              <a:lvl6pPr marL="0" marR="0" indent="22860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6pPr>
              <a:lvl7pPr marL="0" marR="0" indent="27432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7pPr>
              <a:lvl8pPr marL="0" marR="0" indent="32004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8pPr>
              <a:lvl9pPr marL="0" marR="0" indent="3657600" algn="l" defTabSz="91440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 b="0" i="0" u="none" strike="noStrike" cap="none" spc="0" baseline="0">
                  <a:ln>
                    <a:noFill/>
                  </a:ln>
                  <a:solidFill>
                    <a:schemeClr val="tx1"/>
                  </a:solidFill>
                  <a:uFillTx/>
                  <a:latin typeface="+mn-lt"/>
                  <a:ea typeface="+mn-ea"/>
                  <a:cs typeface="+mn-cs"/>
                  <a:sym typeface="Arial Unicode MS" panose="020B0604020202020204" charset="-122"/>
                </a:defRPr>
              </a:lvl9pPr>
            </a:lstStyle>
            <a:p>
              <a:pPr algn="ctr" defTabSz="908685" eaLnBrk="1" fontAlgn="auto" hangingPunct="1">
                <a:defRPr/>
              </a:pPr>
              <a:r>
                <a:rPr lang="en-US" sz="2665" dirty="0">
                  <a:solidFill>
                    <a:srgbClr val="303030"/>
                  </a:solidFill>
                  <a:latin typeface="微软雅黑" pitchFamily="34" charset="0"/>
                  <a:ea typeface="微软雅黑" pitchFamily="34" charset="0"/>
                  <a:sym typeface="宋体" pitchFamily="2" charset="-122"/>
                </a:rPr>
                <a:t>CONTENTS</a:t>
              </a:r>
              <a:endParaRPr lang="en-US" sz="2665" dirty="0">
                <a:solidFill>
                  <a:srgbClr val="303030"/>
                </a:solidFill>
                <a:latin typeface="微软雅黑" pitchFamily="34" charset="0"/>
                <a:ea typeface="微软雅黑" pitchFamily="34" charset="0"/>
                <a:sym typeface="宋体" pitchFamily="2" charset="-122"/>
              </a:endParaRPr>
            </a:p>
          </p:txBody>
        </p:sp>
      </p:grpSp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5489787" y="2219113"/>
            <a:ext cx="7964593" cy="774700"/>
            <a:chOff x="6495" y="3154"/>
            <a:chExt cx="9407" cy="1134"/>
          </a:xfrm>
          <a:solidFill>
            <a:schemeClr val="bg1">
              <a:lumMod val="50000"/>
            </a:schemeClr>
          </a:solidFill>
        </p:grpSpPr>
        <p:sp>
          <p:nvSpPr>
            <p:cNvPr id="17" name="Freeform 57"/>
            <p:cNvSpPr/>
            <p:nvPr>
              <p:custDataLst>
                <p:tags r:id="rId2"/>
              </p:custDataLst>
            </p:nvPr>
          </p:nvSpPr>
          <p:spPr bwMode="auto">
            <a:xfrm>
              <a:off x="6495" y="3154"/>
              <a:ext cx="1417" cy="1134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eaLnBrk="0" fontAlgn="base" hangingPunc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+mj-ea"/>
                <a:defRPr/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itchFamily="34" charset="0"/>
                  <a:ea typeface="微软雅黑" pitchFamily="34" charset="0"/>
                  <a:sym typeface="+mn-ea"/>
                </a:rPr>
                <a:t>一</a:t>
              </a:r>
              <a:endParaRPr lang="zh-CN" altLang="en-US" sz="2665" b="1" dirty="0">
                <a:solidFill>
                  <a:schemeClr val="bg1"/>
                </a:solidFill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18" name="Freeform 56"/>
            <p:cNvSpPr/>
            <p:nvPr>
              <p:custDataLst>
                <p:tags r:id="rId3"/>
              </p:custDataLst>
            </p:nvPr>
          </p:nvSpPr>
          <p:spPr bwMode="auto">
            <a:xfrm>
              <a:off x="8820" y="3154"/>
              <a:ext cx="7082" cy="1134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eaLnBrk="0" fontAlgn="base" hangingPunct="0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 typeface="+mj-ea"/>
                <a:defRPr/>
              </a:pP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行业洞察与战略</a:t>
              </a: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机遇</a:t>
              </a:r>
              <a:endParaRPr lang="zh-CN" altLang="en-US" sz="2665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</p:grpSp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5489787" y="3513667"/>
            <a:ext cx="7964593" cy="774700"/>
            <a:chOff x="6495" y="5160"/>
            <a:chExt cx="9407" cy="1133"/>
          </a:xfrm>
          <a:solidFill>
            <a:schemeClr val="bg1">
              <a:lumMod val="50000"/>
            </a:schemeClr>
          </a:solidFill>
        </p:grpSpPr>
        <p:sp>
          <p:nvSpPr>
            <p:cNvPr id="4" name="Freeform 57"/>
            <p:cNvSpPr/>
            <p:nvPr>
              <p:custDataLst>
                <p:tags r:id="rId5"/>
              </p:custDataLst>
            </p:nvPr>
          </p:nvSpPr>
          <p:spPr bwMode="auto">
            <a:xfrm>
              <a:off x="6495" y="5160"/>
              <a:ext cx="1417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itchFamily="34" charset="0"/>
                  <a:ea typeface="微软雅黑" pitchFamily="34" charset="0"/>
                  <a:sym typeface="+mn-ea"/>
                </a:rPr>
                <a:t>二</a:t>
              </a:r>
              <a:endParaRPr lang="zh-CN" altLang="en-US" sz="2665" b="1" dirty="0">
                <a:solidFill>
                  <a:schemeClr val="bg1"/>
                </a:solidFill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6" name="Freeform 56"/>
            <p:cNvSpPr/>
            <p:nvPr>
              <p:custDataLst>
                <p:tags r:id="rId6"/>
              </p:custDataLst>
            </p:nvPr>
          </p:nvSpPr>
          <p:spPr bwMode="auto">
            <a:xfrm>
              <a:off x="8820" y="5160"/>
              <a:ext cx="7082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解决</a:t>
              </a: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方案</a:t>
              </a:r>
              <a:endParaRPr lang="zh-CN" altLang="en-US" sz="2665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</p:grp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5489787" y="4801023"/>
            <a:ext cx="7964593" cy="774700"/>
            <a:chOff x="6495" y="5160"/>
            <a:chExt cx="9407" cy="1133"/>
          </a:xfrm>
          <a:solidFill>
            <a:schemeClr val="bg1">
              <a:lumMod val="50000"/>
            </a:schemeClr>
          </a:solidFill>
        </p:grpSpPr>
        <p:sp>
          <p:nvSpPr>
            <p:cNvPr id="8" name="Freeform 57"/>
            <p:cNvSpPr/>
            <p:nvPr>
              <p:custDataLst>
                <p:tags r:id="rId8"/>
              </p:custDataLst>
            </p:nvPr>
          </p:nvSpPr>
          <p:spPr bwMode="auto">
            <a:xfrm>
              <a:off x="6495" y="5160"/>
              <a:ext cx="1417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p>
              <a:pPr lvl="0" algn="ctr" defTabSz="908685">
                <a:buClrTx/>
                <a:buSzTx/>
                <a:buFontTx/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itchFamily="34" charset="0"/>
                  <a:ea typeface="微软雅黑" pitchFamily="34" charset="0"/>
                  <a:sym typeface="+mn-ea"/>
                </a:rPr>
                <a:t>三</a:t>
              </a:r>
              <a:endParaRPr lang="zh-CN" altLang="en-US" sz="2665" b="1" dirty="0">
                <a:solidFill>
                  <a:schemeClr val="bg1"/>
                </a:solidFill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10" name="Freeform 56"/>
            <p:cNvSpPr/>
            <p:nvPr>
              <p:custDataLst>
                <p:tags r:id="rId9"/>
              </p:custDataLst>
            </p:nvPr>
          </p:nvSpPr>
          <p:spPr bwMode="auto">
            <a:xfrm>
              <a:off x="8820" y="5160"/>
              <a:ext cx="7082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p>
              <a:pPr lvl="0" algn="ctr" defTabSz="908685">
                <a:buClrTx/>
                <a:buSzTx/>
                <a:buFontTx/>
              </a:pP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sym typeface="+mn-ea"/>
                </a:rPr>
                <a:t>实施交付与商业</a:t>
              </a: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sym typeface="+mn-ea"/>
                </a:rPr>
                <a:t>模式</a:t>
              </a:r>
              <a:endParaRPr lang="zh-CN" altLang="en-US" sz="2665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</p:grpSp>
      <p:grpSp>
        <p:nvGrpSpPr>
          <p:cNvPr id="11" name="组合 10"/>
          <p:cNvGrpSpPr/>
          <p:nvPr>
            <p:custDataLst>
              <p:tags r:id="rId10"/>
            </p:custDataLst>
          </p:nvPr>
        </p:nvGrpSpPr>
        <p:grpSpPr>
          <a:xfrm>
            <a:off x="5489787" y="6089227"/>
            <a:ext cx="7964593" cy="774700"/>
            <a:chOff x="6495" y="5160"/>
            <a:chExt cx="9407" cy="1133"/>
          </a:xfrm>
          <a:solidFill>
            <a:schemeClr val="bg1">
              <a:lumMod val="50000"/>
            </a:schemeClr>
          </a:solidFill>
        </p:grpSpPr>
        <p:sp>
          <p:nvSpPr>
            <p:cNvPr id="13" name="Freeform 57"/>
            <p:cNvSpPr/>
            <p:nvPr>
              <p:custDataLst>
                <p:tags r:id="rId11"/>
              </p:custDataLst>
            </p:nvPr>
          </p:nvSpPr>
          <p:spPr bwMode="auto">
            <a:xfrm>
              <a:off x="6495" y="5160"/>
              <a:ext cx="1417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itchFamily="34" charset="0"/>
                  <a:ea typeface="微软雅黑" pitchFamily="34" charset="0"/>
                  <a:sym typeface="+mn-ea"/>
                </a:rPr>
                <a:t>四</a:t>
              </a:r>
              <a:endParaRPr lang="zh-CN" altLang="en-US" sz="2665" b="1" dirty="0">
                <a:solidFill>
                  <a:schemeClr val="bg1"/>
                </a:solidFill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14" name="Freeform 56"/>
            <p:cNvSpPr/>
            <p:nvPr>
              <p:custDataLst>
                <p:tags r:id="rId12"/>
              </p:custDataLst>
            </p:nvPr>
          </p:nvSpPr>
          <p:spPr bwMode="auto">
            <a:xfrm>
              <a:off x="8820" y="5160"/>
              <a:ext cx="7082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标杆</a:t>
              </a: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案例</a:t>
              </a:r>
              <a:endParaRPr lang="zh-CN" altLang="en-US" sz="2665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13"/>
            </p:custDataLst>
          </p:nvPr>
        </p:nvGrpSpPr>
        <p:grpSpPr>
          <a:xfrm>
            <a:off x="5489787" y="7377007"/>
            <a:ext cx="7964593" cy="774700"/>
            <a:chOff x="6495" y="5160"/>
            <a:chExt cx="9407" cy="1133"/>
          </a:xfrm>
          <a:solidFill>
            <a:srgbClr val="C00000"/>
          </a:solidFill>
        </p:grpSpPr>
        <p:sp>
          <p:nvSpPr>
            <p:cNvPr id="19" name="Freeform 57"/>
            <p:cNvSpPr/>
            <p:nvPr>
              <p:custDataLst>
                <p:tags r:id="rId14"/>
              </p:custDataLst>
            </p:nvPr>
          </p:nvSpPr>
          <p:spPr bwMode="auto">
            <a:xfrm>
              <a:off x="6495" y="5160"/>
              <a:ext cx="1417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dirty="0">
                  <a:solidFill>
                    <a:schemeClr val="bg1"/>
                  </a:solidFill>
                  <a:latin typeface="微软雅黑" pitchFamily="34" charset="0"/>
                  <a:ea typeface="微软雅黑" pitchFamily="34" charset="0"/>
                  <a:sym typeface="+mn-ea"/>
                </a:rPr>
                <a:t>五</a:t>
              </a:r>
              <a:endParaRPr lang="zh-CN" altLang="en-US" sz="2665" b="1" dirty="0">
                <a:solidFill>
                  <a:schemeClr val="bg1"/>
                </a:solidFill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20" name="Freeform 56"/>
            <p:cNvSpPr/>
            <p:nvPr>
              <p:custDataLst>
                <p:tags r:id="rId15"/>
              </p:custDataLst>
            </p:nvPr>
          </p:nvSpPr>
          <p:spPr bwMode="auto">
            <a:xfrm>
              <a:off x="8820" y="5160"/>
              <a:ext cx="7082" cy="1133"/>
            </a:xfrm>
            <a:prstGeom prst="rect">
              <a:avLst/>
            </a:prstGeom>
            <a:grpFill/>
            <a:ln>
              <a:noFill/>
            </a:ln>
          </p:spPr>
          <p:txBody>
            <a:bodyPr lIns="121218" tIns="60613" rIns="121218" bIns="60613" anchor="ctr">
              <a:noAutofit/>
            </a:bodyPr>
            <a:lstStyle/>
            <a:p>
              <a:pPr lvl="0" algn="ctr" defTabSz="908685">
                <a:buClrTx/>
                <a:buSzTx/>
                <a:buFontTx/>
              </a:pP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差异化核心</a:t>
              </a:r>
              <a:r>
                <a:rPr lang="zh-CN" altLang="en-US" sz="2665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竞争力</a:t>
              </a:r>
              <a:endParaRPr lang="zh-CN" altLang="en-US" sz="2665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181610"/>
            <a:ext cx="11194627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5.1 </a:t>
            </a:r>
            <a:r>
              <a:rPr lang="en-US" sz="3200" b="1" kern="0" spc="1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五大核心差异化能力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587500"/>
            <a:ext cx="7048500" cy="120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000" y="1651000"/>
            <a:ext cx="698500" cy="1079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1</a:t>
            </a:r>
            <a:endParaRPr lang="en-US" sz="36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778000" y="1714500"/>
            <a:ext cx="5969000" cy="952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双主业两端通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算力调度（BitaHub）+ 电力 AI（玄视、灵梭）两端能力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318500" y="1587500"/>
            <a:ext cx="7048500" cy="120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45500" y="1651000"/>
            <a:ext cx="698500" cy="1079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2</a:t>
            </a:r>
            <a:endParaRPr lang="en-US" sz="36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207500" y="1714500"/>
            <a:ext cx="5969000" cy="952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三证协同能力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能源局示范 + 数据局试点 + 信通院平台接入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89000" y="3048000"/>
            <a:ext cx="7048500" cy="120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6000" y="3111500"/>
            <a:ext cx="698500" cy="1079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3</a:t>
            </a:r>
            <a:endParaRPr lang="en-US" sz="36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778000" y="3175000"/>
            <a:ext cx="5969000" cy="952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全栈自研可解耦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BitaHub + 玄视 + 灵梭 + 能碳管理一体贯通，模块化部署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318500" y="3048000"/>
            <a:ext cx="7048500" cy="120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45500" y="3111500"/>
            <a:ext cx="698500" cy="1079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4</a:t>
            </a:r>
            <a:endParaRPr lang="en-US" sz="3600" b="1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207500" y="3175000"/>
            <a:ext cx="5969000" cy="952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自营示范有实盘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皖疆自投 1021P 实盘，绿电 100% / 能耗降 10% / 电费降 15%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89000" y="4508500"/>
            <a:ext cx="14478000" cy="1206500"/>
          </a:xfrm>
          <a:prstGeom prst="rect">
            <a:avLst/>
          </a:prstGeom>
          <a:solidFill>
            <a:srgbClr val="C00000"/>
          </a:solidFill>
        </p:spPr>
      </p:sp>
      <p:sp>
        <p:nvSpPr>
          <p:cNvPr id="17" name="Text 15"/>
          <p:cNvSpPr/>
          <p:nvPr/>
        </p:nvSpPr>
        <p:spPr>
          <a:xfrm>
            <a:off x="1016000" y="4572000"/>
            <a:ext cx="698500" cy="1079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5</a:t>
            </a:r>
            <a:endParaRPr lang="en-US" sz="36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78000" y="4572000"/>
            <a:ext cx="13335000" cy="1079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联通集成兜底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央企做客户界面 + 集成交付 + 信创合规 + 本地运维——客户只面对一个合同主体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2280" y="198120"/>
            <a:ext cx="11194627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32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5.2 </a:t>
            </a:r>
            <a:r>
              <a:rPr lang="en-US" sz="3200" b="1" kern="0" spc="100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竞品对照分析 · 优势定位</a:t>
            </a:r>
            <a:endParaRPr lang="zh-CN" altLang="en-US" sz="32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9000" y="1587500"/>
            <a:ext cx="7048500" cy="120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000" y="1651000"/>
            <a:ext cx="698500" cy="1079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1</a:t>
            </a:r>
            <a:endParaRPr lang="en-US" sz="3600" b="1" dirty="0">
              <a:solidFill>
                <a:srgbClr val="E60012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778000" y="1714500"/>
            <a:ext cx="5969000" cy="952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双主业两端通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算力调度（BitaHub）+ 电力 AI（玄视、灵梭）两端能力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318500" y="1587500"/>
            <a:ext cx="7048500" cy="120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45500" y="1651000"/>
            <a:ext cx="698500" cy="1079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2</a:t>
            </a:r>
            <a:endParaRPr lang="en-US" sz="3600" b="1" dirty="0">
              <a:solidFill>
                <a:srgbClr val="E60012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207500" y="1714500"/>
            <a:ext cx="5969000" cy="952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三证协同能力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能源局示范 + 数据局试点 + 信通院平台接入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89000" y="3048000"/>
            <a:ext cx="7048500" cy="120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6000" y="3111500"/>
            <a:ext cx="698500" cy="1079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3</a:t>
            </a:r>
            <a:endParaRPr lang="en-US" sz="3600" b="1" dirty="0">
              <a:solidFill>
                <a:srgbClr val="E60012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778000" y="3175000"/>
            <a:ext cx="5969000" cy="952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全栈自研可解耦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BitaHub + 玄视 + 灵梭 + 能碳管理一体贯通，模块化部署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318500" y="3048000"/>
            <a:ext cx="7048500" cy="120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45500" y="3111500"/>
            <a:ext cx="698500" cy="1079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E60012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4</a:t>
            </a:r>
            <a:endParaRPr lang="en-US" sz="3600" b="1" dirty="0">
              <a:solidFill>
                <a:srgbClr val="E60012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207500" y="3175000"/>
            <a:ext cx="5969000" cy="952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自营示范有实盘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A8A8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皖疆自投 1021P 实盘，绿电 100% / 能耗降 10% / 电费降 15%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89000" y="4508500"/>
            <a:ext cx="14478000" cy="1206500"/>
          </a:xfrm>
          <a:prstGeom prst="rect">
            <a:avLst/>
          </a:prstGeom>
          <a:solidFill>
            <a:srgbClr val="E60012"/>
          </a:solidFill>
        </p:spPr>
      </p:sp>
      <p:sp>
        <p:nvSpPr>
          <p:cNvPr id="17" name="Text 15"/>
          <p:cNvSpPr/>
          <p:nvPr/>
        </p:nvSpPr>
        <p:spPr>
          <a:xfrm>
            <a:off x="1016000" y="4572000"/>
            <a:ext cx="698500" cy="1079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5</a:t>
            </a:r>
            <a:endParaRPr lang="en-US" sz="36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78000" y="4572000"/>
            <a:ext cx="13335000" cy="1079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联通集成兜底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央企做客户界面 + 集成交付 + 信创合规 + 本地运维——客户只面对一个合同主体</a:t>
            </a: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graphicFrame>
        <p:nvGraphicFramePr>
          <p:cNvPr id="31" name="Table 0"/>
          <p:cNvGraphicFramePr>
            <a:graphicFrameLocks noGrp="1"/>
          </p:cNvGraphicFramePr>
          <p:nvPr/>
        </p:nvGraphicFramePr>
        <p:xfrm>
          <a:off x="889000" y="1587500"/>
          <a:ext cx="14478000" cy="5080000"/>
        </p:xfrm>
        <a:graphic>
          <a:graphicData uri="http://schemas.openxmlformats.org/drawingml/2006/table">
            <a:tbl>
              <a:tblPr/>
              <a:tblGrid>
                <a:gridCol w="2606040"/>
                <a:gridCol w="5501640"/>
                <a:gridCol w="637032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对手</a:t>
                      </a:r>
                      <a:endParaRPr lang="en-US" sz="1500" b="1" u="none" dirty="0">
                        <a:solidFill>
                          <a:srgbClr val="FFFFFF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典型能力边界</a:t>
                      </a:r>
                      <a:endParaRPr lang="en-US" sz="1500" b="1" u="none" dirty="0">
                        <a:solidFill>
                          <a:srgbClr val="FFFFFF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我们的差异化</a:t>
                      </a:r>
                      <a:endParaRPr lang="en-US" sz="1500" b="1" u="none" dirty="0">
                        <a:solidFill>
                          <a:srgbClr val="FFFFFF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</a:tr>
              <a:tr h="11176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华为 / 阿里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算力基础设施能力突出，电力交易与场站机理侧需项目化补齐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双主业 + 玄视 330+ 场景 + 电力交易实盘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76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国网信通 / 南网数研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电网侧能力突出，跨域算力调度与AI工程化需按场景对接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双主业 + 1021P 自营 + 多模态大模型底座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</a:tr>
              <a:tr h="11176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能碳单点厂商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Liter" panose="02000503030000020004" pitchFamily="34" charset="-120"/>
                        </a:rPr>
                        <a:t>在碳核算与报表侧聚焦，算电联动能力通常需外部集成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Liter" panose="02000503030000020004" pitchFamily="34" charset="-12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算⇄电双向协同 + 碳资产变现全链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76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新奥 / 远景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在能源管理或 EMS 单侧深耕，跨算力协同需增加适配层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0"/>
                          <a:cs typeface="微软雅黑" pitchFamily="34" charset="0"/>
                        </a:rPr>
                        <a:t>全链路协同大脑 + 算电碳一体化方案</a:t>
                      </a:r>
                      <a:endParaRPr lang="en-US" sz="1500" u="none" dirty="0">
                        <a:solidFill>
                          <a:srgbClr val="1A1A1A"/>
                        </a:solidFill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zoxoayp5pjtrq/mnt/agents/output/computing-power/images/4_Smart_grid_management_increases_penetration.png"/>
          <p:cNvPicPr>
            <a:picLocks noChangeAspect="1"/>
          </p:cNvPicPr>
          <p:nvPr/>
        </p:nvPicPr>
        <p:blipFill>
          <a:blip r:embed="rId1"/>
          <a:srcRect t="12573" b="1257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E60012">
                  <a:alpha val="90000"/>
                </a:srgbClr>
              </a:gs>
              <a:gs pos="56000">
                <a:srgbClr val="C00000">
                  <a:alpha val="41000"/>
                </a:srgbClr>
              </a:gs>
              <a:gs pos="100000">
                <a:srgbClr val="E60012">
                  <a:alpha val="40000"/>
                </a:srgbClr>
              </a:gs>
            </a:gsLst>
            <a:lin ang="0" scaled="1"/>
          </a:gradFill>
        </p:spPr>
      </p:sp>
      <p:sp>
        <p:nvSpPr>
          <p:cNvPr id="5" name="Shape 2"/>
          <p:cNvSpPr/>
          <p:nvPr/>
        </p:nvSpPr>
        <p:spPr>
          <a:xfrm>
            <a:off x="7493000" y="4572000"/>
            <a:ext cx="1270000" cy="508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Text 3"/>
          <p:cNvSpPr/>
          <p:nvPr/>
        </p:nvSpPr>
        <p:spPr>
          <a:xfrm>
            <a:off x="1270000" y="4826000"/>
            <a:ext cx="13716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中国联通 × 中科类脑</a:t>
            </a:r>
            <a:endParaRPr lang="en-US" sz="2800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270000" y="3352165"/>
            <a:ext cx="13716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Liter" panose="02000503030000020004" pitchFamily="34" charset="-120"/>
              </a:rPr>
              <a:t>让每一度算力都更绿、更省、更赚</a:t>
            </a:r>
            <a:endParaRPr lang="en-US" sz="3200" b="1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Liter" panose="02000503030000020004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2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3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4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5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6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7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8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9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10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11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12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13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14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15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16.xml><?xml version="1.0" encoding="utf-8"?>
<p:tagLst xmlns:p="http://schemas.openxmlformats.org/presentationml/2006/main">
  <p:tag name="KSO_WM_DIAGRAM_VIRTUALLY_FRAME" val="{&quot;height&quot;:340,&quot;left&quot;:70,&quot;top&quot;:140,&quot;width&quot;:1140}"/>
</p:tagLst>
</file>

<file path=ppt/tags/tag17.xml><?xml version="1.0" encoding="utf-8"?>
<p:tagLst xmlns:p="http://schemas.openxmlformats.org/presentationml/2006/main">
  <p:tag name="KSO_WM_DIAGRAM_VIRTUALLY_FRAME" val="{&quot;height&quot;:340,&quot;left&quot;:70,&quot;top&quot;:140,&quot;width&quot;:1140}"/>
</p:tagLst>
</file>

<file path=ppt/tags/tag18.xml><?xml version="1.0" encoding="utf-8"?>
<p:tagLst xmlns:p="http://schemas.openxmlformats.org/presentationml/2006/main">
  <p:tag name="KSO_WM_DIAGRAM_VIRTUALLY_FRAME" val="{&quot;height&quot;:340,&quot;left&quot;:70,&quot;top&quot;:140,&quot;width&quot;:1140}"/>
</p:tagLst>
</file>

<file path=ppt/tags/tag19.xml><?xml version="1.0" encoding="utf-8"?>
<p:tagLst xmlns:p="http://schemas.openxmlformats.org/presentationml/2006/main">
  <p:tag name="KSO_WM_DIAGRAM_VIRTUALLY_FRAME" val="{&quot;height&quot;:340,&quot;left&quot;:70,&quot;top&quot;:140,&quot;width&quot;:1140}"/>
</p:tagLst>
</file>

<file path=ppt/tags/tag20.xml><?xml version="1.0" encoding="utf-8"?>
<p:tagLst xmlns:p="http://schemas.openxmlformats.org/presentationml/2006/main">
  <p:tag name="KSO_WM_DIAGRAM_VIRTUALLY_FRAME" val="{&quot;height&quot;:340,&quot;left&quot;:70,&quot;top&quot;:140,&quot;width&quot;:1140}"/>
</p:tagLst>
</file>

<file path=ppt/tags/tag21.xml><?xml version="1.0" encoding="utf-8"?>
<p:tagLst xmlns:p="http://schemas.openxmlformats.org/presentationml/2006/main">
  <p:tag name="KSO_WM_DIAGRAM_VIRTUALLY_FRAME" val="{&quot;height&quot;:340,&quot;left&quot;:70,&quot;top&quot;:140,&quot;width&quot;:1140}"/>
</p:tagLst>
</file>

<file path=ppt/tags/tag22.xml><?xml version="1.0" encoding="utf-8"?>
<p:tagLst xmlns:p="http://schemas.openxmlformats.org/presentationml/2006/main">
  <p:tag name="KSO_WM_DIAGRAM_VIRTUALLY_FRAME" val="{&quot;height&quot;:340,&quot;left&quot;:70,&quot;top&quot;:140,&quot;width&quot;:1140}"/>
</p:tagLst>
</file>

<file path=ppt/tags/tag23.xml><?xml version="1.0" encoding="utf-8"?>
<p:tagLst xmlns:p="http://schemas.openxmlformats.org/presentationml/2006/main">
  <p:tag name="KSO_WM_DIAGRAM_VIRTUALLY_FRAME" val="{&quot;height&quot;:340,&quot;left&quot;:70,&quot;top&quot;:140,&quot;width&quot;:1140}"/>
</p:tagLst>
</file>

<file path=ppt/tags/tag24.xml><?xml version="1.0" encoding="utf-8"?>
<p:tagLst xmlns:p="http://schemas.openxmlformats.org/presentationml/2006/main">
  <p:tag name="KSO_WM_DIAGRAM_VIRTUALLY_FRAME" val="{&quot;height&quot;:340,&quot;left&quot;:70,&quot;top&quot;:140,&quot;width&quot;:1140}"/>
</p:tagLst>
</file>

<file path=ppt/tags/tag25.xml><?xml version="1.0" encoding="utf-8"?>
<p:tagLst xmlns:p="http://schemas.openxmlformats.org/presentationml/2006/main">
  <p:tag name="KSO_WM_DIAGRAM_VIRTUALLY_FRAME" val="{&quot;height&quot;:340,&quot;left&quot;:70,&quot;top&quot;:140,&quot;width&quot;:1140}"/>
</p:tagLst>
</file>

<file path=ppt/tags/tag26.xml><?xml version="1.0" encoding="utf-8"?>
<p:tagLst xmlns:p="http://schemas.openxmlformats.org/presentationml/2006/main">
  <p:tag name="KSO_WM_DIAGRAM_VIRTUALLY_FRAME" val="{&quot;height&quot;:340,&quot;left&quot;:70,&quot;top&quot;:140,&quot;width&quot;:1140}"/>
</p:tagLst>
</file>

<file path=ppt/tags/tag27.xml><?xml version="1.0" encoding="utf-8"?>
<p:tagLst xmlns:p="http://schemas.openxmlformats.org/presentationml/2006/main">
  <p:tag name="KSO_WM_DIAGRAM_VIRTUALLY_FRAME" val="{&quot;height&quot;:340,&quot;left&quot;:70,&quot;top&quot;:140,&quot;width&quot;:1140}"/>
</p:tagLst>
</file>

<file path=ppt/tags/tag28.xml><?xml version="1.0" encoding="utf-8"?>
<p:tagLst xmlns:p="http://schemas.openxmlformats.org/presentationml/2006/main">
  <p:tag name="KSO_WM_DIAGRAM_VIRTUALLY_FRAME" val="{&quot;height&quot;:340,&quot;left&quot;:70,&quot;top&quot;:140,&quot;width&quot;:1140}"/>
</p:tagLst>
</file>

<file path=ppt/tags/tag29.xml><?xml version="1.0" encoding="utf-8"?>
<p:tagLst xmlns:p="http://schemas.openxmlformats.org/presentationml/2006/main">
  <p:tag name="KSO_WM_DIAGRAM_VIRTUALLY_FRAME" val="{&quot;height&quot;:340,&quot;left&quot;:70,&quot;top&quot;:140,&quot;width&quot;:1140}"/>
</p:tagLst>
</file>

<file path=ppt/tags/tag30.xml><?xml version="1.0" encoding="utf-8"?>
<p:tagLst xmlns:p="http://schemas.openxmlformats.org/presentationml/2006/main">
  <p:tag name="KSO_WM_DIAGRAM_VIRTUALLY_FRAME" val="{&quot;height&quot;:340,&quot;left&quot;:70,&quot;top&quot;:140,&quot;width&quot;:1140}"/>
</p:tagLst>
</file>

<file path=ppt/tags/tag31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32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33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34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35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36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37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38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39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40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41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42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43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44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45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46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47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48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49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50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51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52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53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54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55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56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57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58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59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60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61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62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63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64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65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66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67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68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69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70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71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72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73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74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75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76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77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78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79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80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81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82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83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84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85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86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87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88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89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ags/tag90.xml><?xml version="1.0" encoding="utf-8"?>
<p:tagLst xmlns:p="http://schemas.openxmlformats.org/presentationml/2006/main">
  <p:tag name="KSO_WM_DIAGRAM_VIRTUALLY_FRAME" val="{&quot;height&quot;:284.35,&quot;left&quot;:324.2,&quot;top&quot;:149.05,&quot;width&quot;:470.85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联通+冬奥会合作伙伴模板">
  <a:themeElements>
    <a:clrScheme name="(C) Nordri™ Corporation. 1">
      <a:dk1>
        <a:srgbClr val="000000"/>
      </a:dk1>
      <a:lt1>
        <a:srgbClr val="FFFFFF"/>
      </a:lt1>
      <a:dk2>
        <a:srgbClr val="FFFFFF"/>
      </a:dk2>
      <a:lt2>
        <a:srgbClr val="A0A0A0"/>
      </a:lt2>
      <a:accent1>
        <a:srgbClr val="CC0000"/>
      </a:accent1>
      <a:accent2>
        <a:srgbClr val="E08E79"/>
      </a:accent2>
      <a:accent3>
        <a:srgbClr val="FFFFFF"/>
      </a:accent3>
      <a:accent4>
        <a:srgbClr val="000000"/>
      </a:accent4>
      <a:accent5>
        <a:srgbClr val="E2AAAA"/>
      </a:accent5>
      <a:accent6>
        <a:srgbClr val="CB806D"/>
      </a:accent6>
      <a:hlink>
        <a:srgbClr val="0F4B96"/>
      </a:hlink>
      <a:folHlink>
        <a:srgbClr val="FABE0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(C) Nordri™ Corporation. 1">
        <a:dk1>
          <a:srgbClr val="000000"/>
        </a:dk1>
        <a:lt1>
          <a:srgbClr val="FFFFFF"/>
        </a:lt1>
        <a:dk2>
          <a:srgbClr val="FFFFFF"/>
        </a:dk2>
        <a:lt2>
          <a:srgbClr val="A0A0A0"/>
        </a:lt2>
        <a:accent1>
          <a:srgbClr val="CC0000"/>
        </a:accent1>
        <a:accent2>
          <a:srgbClr val="E08E79"/>
        </a:accent2>
        <a:accent3>
          <a:srgbClr val="FFFFFF"/>
        </a:accent3>
        <a:accent4>
          <a:srgbClr val="000000"/>
        </a:accent4>
        <a:accent5>
          <a:srgbClr val="E2AAAA"/>
        </a:accent5>
        <a:accent6>
          <a:srgbClr val="CB806D"/>
        </a:accent6>
        <a:hlink>
          <a:srgbClr val="0F4B96"/>
        </a:hlink>
        <a:folHlink>
          <a:srgbClr val="FABE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联通+冬奥会合作伙伴模板">
  <a:themeElements>
    <a:clrScheme name="(C) Nordri™ Corporation. 1">
      <a:dk1>
        <a:srgbClr val="000000"/>
      </a:dk1>
      <a:lt1>
        <a:srgbClr val="FFFFFF"/>
      </a:lt1>
      <a:dk2>
        <a:srgbClr val="FFFFFF"/>
      </a:dk2>
      <a:lt2>
        <a:srgbClr val="A0A0A0"/>
      </a:lt2>
      <a:accent1>
        <a:srgbClr val="CC0000"/>
      </a:accent1>
      <a:accent2>
        <a:srgbClr val="E08E79"/>
      </a:accent2>
      <a:accent3>
        <a:srgbClr val="FFFFFF"/>
      </a:accent3>
      <a:accent4>
        <a:srgbClr val="000000"/>
      </a:accent4>
      <a:accent5>
        <a:srgbClr val="E2AAAA"/>
      </a:accent5>
      <a:accent6>
        <a:srgbClr val="CB806D"/>
      </a:accent6>
      <a:hlink>
        <a:srgbClr val="0F4B96"/>
      </a:hlink>
      <a:folHlink>
        <a:srgbClr val="FABE0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(C) Nordri™ Corporation. 1">
        <a:dk1>
          <a:srgbClr val="000000"/>
        </a:dk1>
        <a:lt1>
          <a:srgbClr val="FFFFFF"/>
        </a:lt1>
        <a:dk2>
          <a:srgbClr val="FFFFFF"/>
        </a:dk2>
        <a:lt2>
          <a:srgbClr val="A0A0A0"/>
        </a:lt2>
        <a:accent1>
          <a:srgbClr val="CC0000"/>
        </a:accent1>
        <a:accent2>
          <a:srgbClr val="E08E79"/>
        </a:accent2>
        <a:accent3>
          <a:srgbClr val="FFFFFF"/>
        </a:accent3>
        <a:accent4>
          <a:srgbClr val="000000"/>
        </a:accent4>
        <a:accent5>
          <a:srgbClr val="E2AAAA"/>
        </a:accent5>
        <a:accent6>
          <a:srgbClr val="CB806D"/>
        </a:accent6>
        <a:hlink>
          <a:srgbClr val="0F4B96"/>
        </a:hlink>
        <a:folHlink>
          <a:srgbClr val="FABE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7243</Words>
  <Application>WPS 演示</Application>
  <PresentationFormat>On-screen Show (16:9)</PresentationFormat>
  <Paragraphs>932</Paragraphs>
  <Slides>35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35</vt:i4>
      </vt:variant>
    </vt:vector>
  </HeadingPairs>
  <TitlesOfParts>
    <vt:vector size="66" baseType="lpstr">
      <vt:lpstr>Arial</vt:lpstr>
      <vt:lpstr>宋体</vt:lpstr>
      <vt:lpstr>Wingdings</vt:lpstr>
      <vt:lpstr>Liter</vt:lpstr>
      <vt:lpstr>Liter</vt:lpstr>
      <vt:lpstr>Liter</vt:lpstr>
      <vt:lpstr>宋体</vt:lpstr>
      <vt:lpstr>汉仪书宋二KW</vt:lpstr>
      <vt:lpstr>Calibri</vt:lpstr>
      <vt:lpstr>Helvetica Neue</vt:lpstr>
      <vt:lpstr>微软雅黑</vt:lpstr>
      <vt:lpstr>汉仪旗黑</vt:lpstr>
      <vt:lpstr>Arial Unicode MS</vt:lpstr>
      <vt:lpstr>等线</vt:lpstr>
      <vt:lpstr>汉仪中等线KW</vt:lpstr>
      <vt:lpstr>Arial</vt:lpstr>
      <vt:lpstr>黑体</vt:lpstr>
      <vt:lpstr>汉仪中黑KW</vt:lpstr>
      <vt:lpstr>华文细黑</vt:lpstr>
      <vt:lpstr>黑体-简</vt:lpstr>
      <vt:lpstr>Impact</vt:lpstr>
      <vt:lpstr>微软雅黑</vt:lpstr>
      <vt:lpstr>Alimama ShuHeiTi</vt:lpstr>
      <vt:lpstr>MiSans</vt:lpstr>
      <vt:lpstr>苹方-简</vt:lpstr>
      <vt:lpstr>MS PGothic</vt:lpstr>
      <vt:lpstr>Impact</vt:lpstr>
      <vt:lpstr>黑体</vt:lpstr>
      <vt:lpstr>Custom Theme</vt:lpstr>
      <vt:lpstr>2_联通+冬奥会合作伙伴模板</vt:lpstr>
      <vt:lpstr>1_联通+冬奥会合作伙伴模板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算电一体 · 让每一度电、每一张卡都更绿更省</dc:title>
  <dc:creator>Kimi</dc:creator>
  <dc:subject>算电一体 · 让每一度电、每一张卡都更绿更省</dc:subject>
  <cp:lastModifiedBy>sea</cp:lastModifiedBy>
  <cp:revision>14</cp:revision>
  <dcterms:created xsi:type="dcterms:W3CDTF">2026-04-28T09:59:32Z</dcterms:created>
  <dcterms:modified xsi:type="dcterms:W3CDTF">2026-04-28T09:59:32Z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{"Label":"算电一体 · 让每一度电、每一张卡都更绿更省","ContentProducer":"001191110108MACG2KBH8F10000","ProduceID":"19dd31a9-9fa2-8eed-8000-0000175c56a9","ReservedCode1":"","ContentPropagator":"001191110108MACG2KBH8F20000","PropagateID":"19dd31a9-9fa2-8eed-8000-0000175c56a9","ReservedCode2":""}</vt:lpwstr>
  </property>
  <property fmtid="{D5CDD505-2E9C-101B-9397-08002B2CF9AE}" pid="3" name="ICV">
    <vt:lpwstr>2C1904B964BF05AF157AF06917C717AF_43</vt:lpwstr>
  </property>
  <property fmtid="{D5CDD505-2E9C-101B-9397-08002B2CF9AE}" pid="4" name="KSOProductBuildVer">
    <vt:lpwstr>2052-12.1.25849.25849</vt:lpwstr>
  </property>
</Properties>
</file>