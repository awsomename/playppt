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封面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play-ppt · Web-PPT 讲解 Agent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在浏览器中播放演示文稿，并支持程序化翻页与讲解。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架构概览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前端 apps/web，后端 apps/server，npm workspace 管理。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状态机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讲解流程由确定性状态机驱动，避免多 Agent 自由协作作为主控。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讲解与 TTS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每页绑定讲解词 script，通过 TTS 播报；支持自动或手动翻页策略。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语音交互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采集麦克风语音，经 ASR 得到文本，再识别为命令或提问。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问答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基于页面 title、content、script 构建检索，当前页优先。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降级与复盘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外部服务不可用时进入降级模式；关键事件写入日志便于复盘。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验收数据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本 presentations 目录供各里程碑加载与联调使用。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里程碑 M0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脚手架、健康检查、示例数据加载。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后续计划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M1 播放与控制；M2 讲解与 TTS；M3 语音；M4 问答；M5 日志与稳定性。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谢谢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感谢使用 play-ppt。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2026-04-28T06:09:43Z</dcterms:created>
  <dcterms:modified xsi:type="dcterms:W3CDTF">2026-04-28T06:09:43Z</dcterms:modified>
</cp:coreProperties>
</file>